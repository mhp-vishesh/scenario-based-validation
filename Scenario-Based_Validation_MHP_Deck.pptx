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4"/>
  </p:sldMasterIdLst>
  <p:notesMasterIdLst>
    <p:notesMasterId r:id="rId11"/>
  </p:notesMasterIdLst>
  <p:handoutMasterIdLst>
    <p:handoutMasterId r:id="rId12"/>
  </p:handoutMasterIdLst>
  <p:sldIdLst>
    <p:sldId id="256" r:id="rId5"/>
    <p:sldId id="257" r:id="rId6"/>
    <p:sldId id="258" r:id="rId7"/>
    <p:sldId id="259" r:id="rId8"/>
    <p:sldId id="260" r:id="rId9"/>
    <p:sldId id="261" r:id="rId10"/>
  </p:sldIdLst>
  <p:sldSz cx="12192000" cy="6858000"/>
  <p:notesSz cx="6858000" cy="9144000"/>
  <p:custDataLst>
    <p:tags r:id="rId13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+ Intro: Customer" id="{C607ED75-9B02-4393-99C3-F1289E5E11B6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Intro: Vision" id="{DFAE0728-319F-4BA8-802A-94F3A250CBFC}">
          <p14:sldIdLst/>
        </p14:section>
        <p14:section name="Story: Along our Mission" id="{C8EC87B3-25C7-4670-833F-37A36CE08404}">
          <p14:sldIdLst/>
        </p14:section>
        <p14:section name="Outro: Purpose" id="{8CF50008-79B6-47C1-84D5-3961E049D71E}">
          <p14:sldIdLst/>
        </p14:section>
        <p14:section name="Outro: Vision" id="{2A46C55A-46FA-4A83-94C0-237AB65EFDCC}">
          <p14:sldIdLst/>
        </p14:section>
        <p14:section name="Backup (optional)" id="{DD139627-9CEF-4397-A3EA-202BE0118D58}">
          <p14:sldIdLst/>
        </p14:section>
        <p14:section name="OnePager: MHP" id="{414C0680-C7F5-4EE5-A061-D4998C51734A}">
          <p14:sldIdLst/>
        </p14:section>
        <p14:section name="Standardabschnitt" id="{B7051B9D-337B-47AC-BC37-3C9044E1E6E9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E3E4D02-AB90-9BBF-5EFF-D32E969224AD}" name="Alexandra Caluseri" initials="AC" userId="S::alexandra.caluseri@mhp.com::ad5dd261-3a4e-469e-ac6b-691c7f696dc7" providerId="AD"/>
  <p188:author id="{EEC27003-A16B-478E-6937-3ACCC63195E2}" name="Sophia Rybing | i-pointing" initials="SR" userId="S::sophia.rybing@i-pointing.de::684fd05d-6aec-4bfc-a972-e30661d28a6b" providerId="AD"/>
  <p188:author id="{9CD0D913-EBA1-2697-BF27-42C9045AB20F}" name="Roxana-Aniela Oroian" initials="RO" userId="S::roxana-aniela.oroian@mhp.com::64fc5bb4-7223-4a1a-a9a4-8677cb341afd" providerId="AD"/>
  <p188:author id="{16024027-DE90-B643-A5AB-981C457C49CE}" name="Lennart Brouwer" initials="" userId="S::lennart.brouwer@mhp.com::d27dd6d1-bc5d-47e9-a589-6145e0c37199" providerId="AD"/>
  <p188:author id="{814D794E-E7B5-3AD6-159C-5E5AB476F9CB}" name="Andreea Lapuste" initials="AL" userId="S::andreea.lapuste@mhp.com::0ff6f271-2684-43fc-8ddc-9feb67db32a1" providerId="AD"/>
  <p188:author id="{B5735751-ECA2-FFCF-E825-45EBFA9FF1F1}" name="Nina Bauermann | i-pointing" initials="NB" userId="S::Nina.Bauermann@i-pointing.de::ea9b2913-e845-4eeb-a112-7187b6c4b448" providerId="AD"/>
  <p188:author id="{6BF52E52-6CEE-EDBB-300A-3BF6A29DC9A4}" name="Guest User" initials="GU" userId="S::urn:spo:anon#60fdd5421a9e105bd1d5e418a08a3ff40636ed9aeb9ec006da57b78e5833957a::" providerId="AD"/>
  <p188:author id="{0F6D3E57-D49F-0515-5126-05A1DFFC49B3}" name="roxana-aniela.oroian@mhp.com" initials="ro" userId="S::urn:spo:guest#roxana-aniela.oroian@mhp.com::" providerId="AD"/>
  <p188:author id="{CF956963-B8A1-6385-7137-0782CF06A58B}" name="Patrycja Soltysiak" initials="PS" userId="S::Patrycja.Soltysiak@i-pointing.de::b00dd03d-f5c9-4929-987d-3f948262db60" providerId="AD"/>
  <p188:author id="{DB7DBFBE-A3C2-189F-9C83-7512BF420A61}" name="andreea.lapuste@mhp.com" initials="an" userId="S::urn:spo:guest#andreea.lapuste@mhp.com::" providerId="AD"/>
  <p188:author id="{46BBECEC-2AF5-7AAF-666A-2CF1AA6C60A2}" name="Andreea Lapuste" initials="AL" userId="S::net.andreea.lapuste@mhp.com::0ff6f271-2684-43fc-8ddc-9feb67db32a1" providerId="AD"/>
  <p188:author id="{0F5E8DEE-DC95-EB92-8B53-D347D73635FE}" name="Giulia-Lavinia Jean" initials="GJ" userId="S::giulia-lavinia.jean@mhp.com::5a5624c6-683e-461a-b219-9ada4575c4f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EDED"/>
    <a:srgbClr val="3A43FF"/>
    <a:srgbClr val="EBEFFF"/>
    <a:srgbClr val="A5B202"/>
    <a:srgbClr val="FF3399"/>
    <a:srgbClr val="FFFFFF"/>
    <a:srgbClr val="00CC67"/>
    <a:srgbClr val="DDEF03"/>
    <a:srgbClr val="CDD6FF"/>
    <a:srgbClr val="F0F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89B1FC-E45C-C54A-8F74-489C5B0DB07A}" v="71" dt="2025-03-25T15:44:48.175"/>
    <p1510:client id="{AD497D57-7A76-0B02-E609-0C08D6D45406}" v="21" dt="2025-03-25T13:14:07.819"/>
    <p1510:client id="{D2C34A0C-4E56-4A1F-8491-6E11C0008D2F}" v="16" dt="2025-03-25T15:21:48.039"/>
  </p1510:revLst>
</p1510:revInfo>
</file>

<file path=ppt/tableStyles.xml><?xml version="1.0" encoding="utf-8"?>
<a:tblStyleLst xmlns:a="http://schemas.openxmlformats.org/drawingml/2006/main" def="{0E3FDE45-AF77-4B5C-9715-49D594BDF05E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083E6E3-FA7D-4D7B-A595-EF9225AFEA82}" styleName="Helle Formatvorlage 1 - Akz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Helle Formatvorlage 1 - Akz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2833802-FEF1-4C79-8D5D-14CF1EAF98D9}" styleName="Helle Formatvorlage 2 - Akz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E3FDE45-AF77-4B5C-9715-49D594BDF05E}" styleName="Helle Formatvorlage 1 - Akz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gs" Target="tags/tag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18F548F-0723-1361-F9F0-550EFB6ACCA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624B7C-CC19-A67D-ADCE-B842FEBFB12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C04417-BBC1-4518-9A0D-FF86BA202DD5}" type="datetimeFigureOut">
              <a:rPr lang="en-GB" smtClean="0"/>
              <a:t>28/06/2026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EC7F2F-DC13-418E-8649-8BF84B4B2D1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3AEA43-998C-3818-2C0F-F8DE57AADB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EA6BC3-664A-45E6-8F44-E085579B22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46186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BAC601-79EC-4230-922D-8A80BCD7E733}" type="datetimeFigureOut">
              <a:rPr lang="en-CA" smtClean="0"/>
              <a:t>2026-06-28</a:t>
            </a:fld>
            <a:endParaRPr lang="en-CA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CA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6FB33-408D-4E42-9983-6C93B3CEFE4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70353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5.emf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5.emf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1.emf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1.emf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1.emf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1.emf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1.emf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1.emf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1.emf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_Simpl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hteck 43">
            <a:extLst>
              <a:ext uri="{FF2B5EF4-FFF2-40B4-BE49-F238E27FC236}">
                <a16:creationId xmlns:a16="http://schemas.microsoft.com/office/drawing/2014/main" id="{29AC1DB3-A364-5A5A-4458-F6D215741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1381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89804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D832960-CDA8-823E-15E4-30E3BD2CA0C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3350659"/>
            <a:ext cx="9144000" cy="553998"/>
          </a:xfrm>
        </p:spPr>
        <p:txBody>
          <a:bodyPr vert="horz" anchor="t"/>
          <a:lstStyle>
            <a:lvl1pPr algn="ctr">
              <a:defRPr sz="3600" cap="all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Add </a:t>
            </a:r>
            <a:r>
              <a:rPr lang="de-DE" err="1"/>
              <a:t>presentation</a:t>
            </a:r>
            <a:r>
              <a:rPr lang="de-DE"/>
              <a:t> </a:t>
            </a:r>
            <a:r>
              <a:rPr lang="de-DE" err="1"/>
              <a:t>titlE</a:t>
            </a:r>
            <a:endParaRPr lang="en-CA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287F373-6A36-D830-BBFF-5BC526A72A9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5441245"/>
            <a:ext cx="9144000" cy="276999"/>
          </a:xfrm>
        </p:spPr>
        <p:txBody>
          <a:bodyPr>
            <a:spAutoFit/>
          </a:bodyPr>
          <a:lstStyle>
            <a:lvl1pPr marL="0" indent="0" algn="ctr">
              <a:buNone/>
              <a:defRPr sz="18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MHP Quote-</a:t>
            </a:r>
            <a:r>
              <a:rPr lang="de-DE" err="1"/>
              <a:t>No</a:t>
            </a:r>
            <a:r>
              <a:rPr lang="de-DE"/>
              <a:t>. </a:t>
            </a:r>
            <a:endParaRPr lang="en-CA"/>
          </a:p>
        </p:txBody>
      </p:sp>
      <p:grpSp>
        <p:nvGrpSpPr>
          <p:cNvPr id="7" name="Gruppieren 14">
            <a:extLst>
              <a:ext uri="{FF2B5EF4-FFF2-40B4-BE49-F238E27FC236}">
                <a16:creationId xmlns:a16="http://schemas.microsoft.com/office/drawing/2014/main" id="{5A053A31-D315-58B6-B194-6EB692BB6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5051482" y="1484313"/>
            <a:ext cx="2089038" cy="833340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5D413C6D-6242-0EAD-D568-DB553BE6770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E4C4E3A-FC09-B574-0BCB-8066B3FB15D6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72A0E1A-0EDB-C5B6-51E5-981BE11E54D7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5DD59E1A-C8BD-5041-74B6-A05F634BC1F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BE8D5896-4B70-893D-3B15-5601B41E480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9957FCD-EC82-D997-5FFA-274C5B51778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8F2BA7CA-8188-4C52-205A-517F7A0B59C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B2071794-20EE-C045-2A71-9F31668CC69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C5A9BDA-F69F-A6BF-304B-946744AA58C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1187800-CC88-6119-E2DC-27262530FA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68F0935-D1E6-73A0-E7E0-CDA4E203A35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AB34E3A-6F8B-6B73-A9F4-B709329E7AE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A37720B8-12CD-7A0E-256D-AB460801A63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BD0AA43-F83D-2F87-DF93-66F9CA13A57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EDE2DD95-01C4-A0F1-43F1-109DD73126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4E9D878-2B64-25B1-B41D-F66E2F63DF0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98ABB3D9-464F-F735-DEA5-ABC0120F00C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4A573133-EF96-8589-2BF1-088B1044065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38CEEF2-882B-E3EE-8FD3-7DE0BC8430E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0DC81826-9A4C-FD0D-FDAE-A8C0602A002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B48FB929-8D8E-76C5-A881-E20BD54A399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48A6352-713F-0A02-F433-13D25B61D1B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69493CB0-4949-B334-F0C6-753F98F2C3F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43" name="Textplatzhalter 42">
            <a:extLst>
              <a:ext uri="{FF2B5EF4-FFF2-40B4-BE49-F238E27FC236}">
                <a16:creationId xmlns:a16="http://schemas.microsoft.com/office/drawing/2014/main" id="{57DD1241-2A1B-F420-A921-54F65AB2613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58009" y="6019840"/>
            <a:ext cx="1103602" cy="361910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</p:spPr>
        <p:txBody>
          <a:bodyPr wrap="none" lIns="72000" tIns="36000" rIns="72000" bIns="36000" anchor="ctr">
            <a:spAutoFit/>
          </a:bodyPr>
          <a:lstStyle>
            <a:lvl1pPr marL="0" indent="0" algn="ctr">
              <a:buNone/>
              <a:defRPr sz="1200" cap="all" baseline="0">
                <a:solidFill>
                  <a:schemeClr val="bg1"/>
                </a:solidFill>
              </a:defRPr>
            </a:lvl1pPr>
            <a:lvl2pPr marL="252000" indent="0" algn="ctr">
              <a:buNone/>
              <a:defRPr>
                <a:solidFill>
                  <a:schemeClr val="bg1"/>
                </a:solidFill>
              </a:defRPr>
            </a:lvl2pPr>
            <a:lvl3pPr marL="504000" indent="0" algn="ctr">
              <a:buNone/>
              <a:defRPr>
                <a:solidFill>
                  <a:schemeClr val="bg1"/>
                </a:solidFill>
              </a:defRPr>
            </a:lvl3pPr>
            <a:lvl4pPr marL="756000" indent="0" algn="ctr">
              <a:buNone/>
              <a:defRPr>
                <a:solidFill>
                  <a:schemeClr val="bg1"/>
                </a:solidFill>
              </a:defRPr>
            </a:lvl4pPr>
            <a:lvl5pPr marL="1008000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Place, Date</a:t>
            </a:r>
          </a:p>
        </p:txBody>
      </p:sp>
    </p:spTree>
    <p:extLst>
      <p:ext uri="{BB962C8B-B14F-4D97-AF65-F5344CB8AC3E}">
        <p14:creationId xmlns:p14="http://schemas.microsoft.com/office/powerpoint/2010/main" val="1834487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89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_Client Logo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hteck 43">
            <a:extLst>
              <a:ext uri="{FF2B5EF4-FFF2-40B4-BE49-F238E27FC236}">
                <a16:creationId xmlns:a16="http://schemas.microsoft.com/office/drawing/2014/main" id="{29AC1DB3-A364-5A5A-4458-F6D215741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7" name="Gruppieren 14">
            <a:extLst>
              <a:ext uri="{FF2B5EF4-FFF2-40B4-BE49-F238E27FC236}">
                <a16:creationId xmlns:a16="http://schemas.microsoft.com/office/drawing/2014/main" id="{0791681C-A270-31D1-136C-A834B9040D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 bwMode="black">
          <a:xfrm>
            <a:off x="6678254" y="1489175"/>
            <a:ext cx="1750997" cy="698495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0C7EB7FE-9E26-6D38-4EF4-8D05F0B161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C1B1149-6FFC-3C39-741A-D65A146D0120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3B5A6BB-4A9C-4F0C-B52E-2CBFA5ECD263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A1EB3F81-091B-00E3-1856-B1BA2DCEA45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BD666F36-23AE-A6A5-CAB9-342D2630DB3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A96F0A04-E2E3-B3EC-B00A-F36880FEB77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44C81523-CD38-AEA9-43CE-DE09A4ED5A7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4218DF69-828F-3E45-7EE4-2A9CC2B4C2D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093CED59-BA48-4657-D2B5-E016DB8229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A6A57279-FA69-ABA2-F8DF-B603C3090AE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2CDF7285-422F-47FB-3220-AB280340929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B4836D42-D0EF-B8EE-579A-26416908E52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2A93973F-41B4-C487-0EF4-61721F56ABE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C10F19E0-AA4C-C957-0739-BD4BF16438E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0082C831-8EC3-6575-2CC2-C2F0BEBEC15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1E0F5E51-A2F6-4344-ADDD-6095C049947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B5E05BD9-24C2-2339-2B1B-1BC8E072EE5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FCFBD939-A61B-B1BE-B4C5-EFEBF0EB4C1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25">
              <a:extLst>
                <a:ext uri="{FF2B5EF4-FFF2-40B4-BE49-F238E27FC236}">
                  <a16:creationId xmlns:a16="http://schemas.microsoft.com/office/drawing/2014/main" id="{65C71E6A-03AD-58B4-9B90-E303BA8F1F8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67D425F8-DBC1-EFD2-E35C-F3FBC8AE65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DC58C6BA-5788-C418-9536-95411D30FCF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8">
              <a:extLst>
                <a:ext uri="{FF2B5EF4-FFF2-40B4-BE49-F238E27FC236}">
                  <a16:creationId xmlns:a16="http://schemas.microsoft.com/office/drawing/2014/main" id="{947CF438-BACC-8F13-E01F-7FEA975452A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9">
              <a:extLst>
                <a:ext uri="{FF2B5EF4-FFF2-40B4-BE49-F238E27FC236}">
                  <a16:creationId xmlns:a16="http://schemas.microsoft.com/office/drawing/2014/main" id="{8C2FCA06-BB7D-74FD-8CB0-6EA1B01BBE3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3AB0A9DC-4EF4-A5A7-DA22-B7FA91C15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70471" y="1484313"/>
            <a:ext cx="1943100" cy="698400"/>
          </a:xfrm>
          <a:ln>
            <a:noFill/>
          </a:ln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CA"/>
              <a:t>Dedicated placeholder for client logo</a:t>
            </a:r>
          </a:p>
        </p:txBody>
      </p:sp>
      <p:sp>
        <p:nvSpPr>
          <p:cNvPr id="46" name="Titel 1">
            <a:extLst>
              <a:ext uri="{FF2B5EF4-FFF2-40B4-BE49-F238E27FC236}">
                <a16:creationId xmlns:a16="http://schemas.microsoft.com/office/drawing/2014/main" id="{97037FA9-A734-926E-B263-6D5001908A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3350659"/>
            <a:ext cx="9144000" cy="553998"/>
          </a:xfrm>
        </p:spPr>
        <p:txBody>
          <a:bodyPr vert="horz" anchor="t"/>
          <a:lstStyle>
            <a:lvl1pPr algn="ctr">
              <a:defRPr sz="3600" cap="all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Add </a:t>
            </a:r>
            <a:r>
              <a:rPr lang="de-DE" err="1"/>
              <a:t>presentation</a:t>
            </a:r>
            <a:r>
              <a:rPr lang="de-DE"/>
              <a:t> </a:t>
            </a:r>
            <a:r>
              <a:rPr lang="de-DE" err="1"/>
              <a:t>titlE</a:t>
            </a:r>
            <a:endParaRPr lang="en-CA"/>
          </a:p>
        </p:txBody>
      </p:sp>
      <p:sp>
        <p:nvSpPr>
          <p:cNvPr id="47" name="Untertitel 2">
            <a:extLst>
              <a:ext uri="{FF2B5EF4-FFF2-40B4-BE49-F238E27FC236}">
                <a16:creationId xmlns:a16="http://schemas.microsoft.com/office/drawing/2014/main" id="{A212A3AF-326B-C975-D514-7789D0AA06A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5441245"/>
            <a:ext cx="9144000" cy="276999"/>
          </a:xfrm>
        </p:spPr>
        <p:txBody>
          <a:bodyPr>
            <a:spAutoFit/>
          </a:bodyPr>
          <a:lstStyle>
            <a:lvl1pPr marL="0" indent="0" algn="ctr">
              <a:buNone/>
              <a:defRPr sz="18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MHP Quote-</a:t>
            </a:r>
            <a:r>
              <a:rPr lang="de-DE" err="1"/>
              <a:t>No</a:t>
            </a:r>
            <a:r>
              <a:rPr lang="de-DE"/>
              <a:t>. </a:t>
            </a:r>
            <a:endParaRPr lang="en-CA"/>
          </a:p>
        </p:txBody>
      </p:sp>
      <p:sp>
        <p:nvSpPr>
          <p:cNvPr id="4" name="Textplatzhalter 42">
            <a:extLst>
              <a:ext uri="{FF2B5EF4-FFF2-40B4-BE49-F238E27FC236}">
                <a16:creationId xmlns:a16="http://schemas.microsoft.com/office/drawing/2014/main" id="{B7BFD85D-A783-6A68-4945-DE451438C1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58009" y="6019840"/>
            <a:ext cx="1103602" cy="361910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</p:spPr>
        <p:txBody>
          <a:bodyPr wrap="none" lIns="72000" tIns="36000" rIns="72000" bIns="36000" anchor="ctr">
            <a:spAutoFit/>
          </a:bodyPr>
          <a:lstStyle>
            <a:lvl1pPr marL="0" indent="0" algn="ctr">
              <a:buNone/>
              <a:defRPr sz="1200" cap="all" baseline="0">
                <a:solidFill>
                  <a:schemeClr val="bg1"/>
                </a:solidFill>
              </a:defRPr>
            </a:lvl1pPr>
            <a:lvl2pPr marL="252000" indent="0" algn="ctr">
              <a:buNone/>
              <a:defRPr>
                <a:solidFill>
                  <a:schemeClr val="bg1"/>
                </a:solidFill>
              </a:defRPr>
            </a:lvl2pPr>
            <a:lvl3pPr marL="504000" indent="0" algn="ctr">
              <a:buNone/>
              <a:defRPr>
                <a:solidFill>
                  <a:schemeClr val="bg1"/>
                </a:solidFill>
              </a:defRPr>
            </a:lvl3pPr>
            <a:lvl4pPr marL="756000" indent="0" algn="ctr">
              <a:buNone/>
              <a:defRPr>
                <a:solidFill>
                  <a:schemeClr val="bg1"/>
                </a:solidFill>
              </a:defRPr>
            </a:lvl4pPr>
            <a:lvl5pPr marL="1008000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Place, Date</a:t>
            </a:r>
          </a:p>
        </p:txBody>
      </p:sp>
    </p:spTree>
    <p:extLst>
      <p:ext uri="{BB962C8B-B14F-4D97-AF65-F5344CB8AC3E}">
        <p14:creationId xmlns:p14="http://schemas.microsoft.com/office/powerpoint/2010/main" val="40748819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white_2 lines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43">
            <a:extLst>
              <a:ext uri="{FF2B5EF4-FFF2-40B4-BE49-F238E27FC236}">
                <a16:creationId xmlns:a16="http://schemas.microsoft.com/office/drawing/2014/main" id="{935F2909-85BE-5E77-269D-0FF47A7947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844B8E79-04A7-CD98-8EF6-E212565A1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3207657" y="0"/>
            <a:ext cx="898434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2C73B73-121B-A755-A619-61DA9EB430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9931" y="1484313"/>
            <a:ext cx="3490912" cy="677108"/>
          </a:xfrm>
        </p:spPr>
        <p:txBody>
          <a:bodyPr vert="horz"/>
          <a:lstStyle>
            <a:lvl1pPr>
              <a:defRPr sz="4400" cap="all" baseline="0">
                <a:solidFill>
                  <a:schemeClr val="accent1"/>
                </a:solidFill>
              </a:defRPr>
            </a:lvl1pPr>
          </a:lstStyle>
          <a:p>
            <a:r>
              <a:rPr lang="de-DE"/>
              <a:t>Agenda</a:t>
            </a:r>
            <a:endParaRPr lang="en-CA"/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F7B7157D-CC1E-049E-3121-300A4FAD9EE3}"/>
              </a:ext>
            </a:extLst>
          </p:cNvPr>
          <p:cNvSpPr txBox="1">
            <a:spLocks/>
          </p:cNvSpPr>
          <p:nvPr userDrawn="1"/>
        </p:nvSpPr>
        <p:spPr bwMode="white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7C8D850-AF7E-8F4D-CEF3-B47C121EC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2713B47-FDFD-44F6-B33D-CFB4326DB920}" type="datetime1">
              <a:rPr lang="de-DE" smtClean="0"/>
              <a:pPr/>
              <a:t>28.06.26</a:t>
            </a:fld>
            <a:endParaRPr lang="en-CA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9C0FBA-71BD-3026-F678-D62D69D42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Rechteck 6">
            <a:extLst>
              <a:ext uri="{FF2B5EF4-FFF2-40B4-BE49-F238E27FC236}">
                <a16:creationId xmlns:a16="http://schemas.microsoft.com/office/drawing/2014/main" id="{84D281E3-2D83-A5AC-F035-AB31EF1F8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ltGray">
          <a:xfrm>
            <a:off x="0" y="9625"/>
            <a:ext cx="3207657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grpSp>
        <p:nvGrpSpPr>
          <p:cNvPr id="46" name="Gruppieren 14">
            <a:extLst>
              <a:ext uri="{FF2B5EF4-FFF2-40B4-BE49-F238E27FC236}">
                <a16:creationId xmlns:a16="http://schemas.microsoft.com/office/drawing/2014/main" id="{7A5B37BE-600D-3858-D0E2-A4203BCF94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47" name="Freeform 7">
              <a:extLst>
                <a:ext uri="{FF2B5EF4-FFF2-40B4-BE49-F238E27FC236}">
                  <a16:creationId xmlns:a16="http://schemas.microsoft.com/office/drawing/2014/main" id="{7DB3670A-33D2-894A-4B00-D950267C9FD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Rectangle 8">
              <a:extLst>
                <a:ext uri="{FF2B5EF4-FFF2-40B4-BE49-F238E27FC236}">
                  <a16:creationId xmlns:a16="http://schemas.microsoft.com/office/drawing/2014/main" id="{7865F3BA-0941-D8BC-2A7B-21214ACF110D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Rectangle 9">
              <a:extLst>
                <a:ext uri="{FF2B5EF4-FFF2-40B4-BE49-F238E27FC236}">
                  <a16:creationId xmlns:a16="http://schemas.microsoft.com/office/drawing/2014/main" id="{F523ACFC-8CFC-25B5-37FF-2A969606C242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10">
              <a:extLst>
                <a:ext uri="{FF2B5EF4-FFF2-40B4-BE49-F238E27FC236}">
                  <a16:creationId xmlns:a16="http://schemas.microsoft.com/office/drawing/2014/main" id="{BE0B506B-4FF4-7B54-DBD7-53CDE15739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11">
              <a:extLst>
                <a:ext uri="{FF2B5EF4-FFF2-40B4-BE49-F238E27FC236}">
                  <a16:creationId xmlns:a16="http://schemas.microsoft.com/office/drawing/2014/main" id="{48EAF0F2-E5D5-AADA-E277-CD4C508492C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12">
              <a:extLst>
                <a:ext uri="{FF2B5EF4-FFF2-40B4-BE49-F238E27FC236}">
                  <a16:creationId xmlns:a16="http://schemas.microsoft.com/office/drawing/2014/main" id="{734144E7-7CCD-4721-ABA3-6BD158F3A9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13">
              <a:extLst>
                <a:ext uri="{FF2B5EF4-FFF2-40B4-BE49-F238E27FC236}">
                  <a16:creationId xmlns:a16="http://schemas.microsoft.com/office/drawing/2014/main" id="{E4F8A630-AF88-BA09-E472-D1B1A642DF5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14">
              <a:extLst>
                <a:ext uri="{FF2B5EF4-FFF2-40B4-BE49-F238E27FC236}">
                  <a16:creationId xmlns:a16="http://schemas.microsoft.com/office/drawing/2014/main" id="{4BD79CE0-7F1C-1049-8CF0-C93FF255D45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15">
              <a:extLst>
                <a:ext uri="{FF2B5EF4-FFF2-40B4-BE49-F238E27FC236}">
                  <a16:creationId xmlns:a16="http://schemas.microsoft.com/office/drawing/2014/main" id="{4F256713-518F-1111-4567-1EBEB3F671E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16">
              <a:extLst>
                <a:ext uri="{FF2B5EF4-FFF2-40B4-BE49-F238E27FC236}">
                  <a16:creationId xmlns:a16="http://schemas.microsoft.com/office/drawing/2014/main" id="{80A26254-8B70-96E9-4EDE-A123C852B6B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17">
              <a:extLst>
                <a:ext uri="{FF2B5EF4-FFF2-40B4-BE49-F238E27FC236}">
                  <a16:creationId xmlns:a16="http://schemas.microsoft.com/office/drawing/2014/main" id="{DC0BE9A8-330E-11E2-7A03-2EE9D76883F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18">
              <a:extLst>
                <a:ext uri="{FF2B5EF4-FFF2-40B4-BE49-F238E27FC236}">
                  <a16:creationId xmlns:a16="http://schemas.microsoft.com/office/drawing/2014/main" id="{23A619DF-556C-E520-9EBC-BEA5CD9C104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1" name="Freeform 19">
              <a:extLst>
                <a:ext uri="{FF2B5EF4-FFF2-40B4-BE49-F238E27FC236}">
                  <a16:creationId xmlns:a16="http://schemas.microsoft.com/office/drawing/2014/main" id="{04A6238B-53EF-20F4-6F92-A4AD1C1F478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2" name="Freeform 20">
              <a:extLst>
                <a:ext uri="{FF2B5EF4-FFF2-40B4-BE49-F238E27FC236}">
                  <a16:creationId xmlns:a16="http://schemas.microsoft.com/office/drawing/2014/main" id="{0AE07604-C9A3-8D85-5510-310FF2B60BB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3" name="Freeform 21">
              <a:extLst>
                <a:ext uri="{FF2B5EF4-FFF2-40B4-BE49-F238E27FC236}">
                  <a16:creationId xmlns:a16="http://schemas.microsoft.com/office/drawing/2014/main" id="{00CAAC1A-E736-44C3-159D-7028B1293A3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4" name="Freeform 22">
              <a:extLst>
                <a:ext uri="{FF2B5EF4-FFF2-40B4-BE49-F238E27FC236}">
                  <a16:creationId xmlns:a16="http://schemas.microsoft.com/office/drawing/2014/main" id="{A0412C8B-DCD2-9615-D934-1C209C37762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5" name="Freeform 23">
              <a:extLst>
                <a:ext uri="{FF2B5EF4-FFF2-40B4-BE49-F238E27FC236}">
                  <a16:creationId xmlns:a16="http://schemas.microsoft.com/office/drawing/2014/main" id="{27077822-9118-0B56-348F-69C4FD9258D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6" name="Freeform 24">
              <a:extLst>
                <a:ext uri="{FF2B5EF4-FFF2-40B4-BE49-F238E27FC236}">
                  <a16:creationId xmlns:a16="http://schemas.microsoft.com/office/drawing/2014/main" id="{B3B46281-6925-9B09-7ADC-29BB65CE32C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7" name="Freeform 25">
              <a:extLst>
                <a:ext uri="{FF2B5EF4-FFF2-40B4-BE49-F238E27FC236}">
                  <a16:creationId xmlns:a16="http://schemas.microsoft.com/office/drawing/2014/main" id="{402FB823-A8B7-CFC4-A2B5-DF9D0DD0B50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8" name="Freeform 26">
              <a:extLst>
                <a:ext uri="{FF2B5EF4-FFF2-40B4-BE49-F238E27FC236}">
                  <a16:creationId xmlns:a16="http://schemas.microsoft.com/office/drawing/2014/main" id="{E9C9D7F8-1DD6-BCA4-F839-DB3CCABF39A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9" name="Freeform 27">
              <a:extLst>
                <a:ext uri="{FF2B5EF4-FFF2-40B4-BE49-F238E27FC236}">
                  <a16:creationId xmlns:a16="http://schemas.microsoft.com/office/drawing/2014/main" id="{DF5D362F-28BC-D5AD-3803-2582A001A01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0" name="Freeform 28">
              <a:extLst>
                <a:ext uri="{FF2B5EF4-FFF2-40B4-BE49-F238E27FC236}">
                  <a16:creationId xmlns:a16="http://schemas.microsoft.com/office/drawing/2014/main" id="{B0196EBB-AF4D-3A2B-C92D-D305FFC2DD4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1" name="Freeform 29">
              <a:extLst>
                <a:ext uri="{FF2B5EF4-FFF2-40B4-BE49-F238E27FC236}">
                  <a16:creationId xmlns:a16="http://schemas.microsoft.com/office/drawing/2014/main" id="{69CD51E5-7846-0702-F251-E73A1662C24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28" name="Textplatzhalter 82">
            <a:extLst>
              <a:ext uri="{FF2B5EF4-FFF2-40B4-BE49-F238E27FC236}">
                <a16:creationId xmlns:a16="http://schemas.microsoft.com/office/drawing/2014/main" id="{22028DD5-9808-39F2-70BD-D34E582352E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589931" y="2553355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01</a:t>
            </a:r>
            <a:endParaRPr lang="en-CA"/>
          </a:p>
        </p:txBody>
      </p:sp>
      <p:sp>
        <p:nvSpPr>
          <p:cNvPr id="20" name="Textplatzhalter 82">
            <a:extLst>
              <a:ext uri="{FF2B5EF4-FFF2-40B4-BE49-F238E27FC236}">
                <a16:creationId xmlns:a16="http://schemas.microsoft.com/office/drawing/2014/main" id="{F8B14F74-6C57-346D-F472-D8E5D600FFC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321451" y="2591136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1</a:t>
            </a:r>
            <a:endParaRPr lang="en-CA"/>
          </a:p>
        </p:txBody>
      </p:sp>
      <p:sp>
        <p:nvSpPr>
          <p:cNvPr id="21" name="Textplatzhalter 82">
            <a:extLst>
              <a:ext uri="{FF2B5EF4-FFF2-40B4-BE49-F238E27FC236}">
                <a16:creationId xmlns:a16="http://schemas.microsoft.com/office/drawing/2014/main" id="{78836DFB-B4D6-B9C1-CEAA-37605EEA5FD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321451" y="2938873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29" name="Textplatzhalter 82">
            <a:extLst>
              <a:ext uri="{FF2B5EF4-FFF2-40B4-BE49-F238E27FC236}">
                <a16:creationId xmlns:a16="http://schemas.microsoft.com/office/drawing/2014/main" id="{298406EA-020A-99C9-2F7B-A69145A9724C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589931" y="3526084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02</a:t>
            </a:r>
            <a:endParaRPr lang="en-CA"/>
          </a:p>
        </p:txBody>
      </p:sp>
      <p:sp>
        <p:nvSpPr>
          <p:cNvPr id="22" name="Textplatzhalter 82">
            <a:extLst>
              <a:ext uri="{FF2B5EF4-FFF2-40B4-BE49-F238E27FC236}">
                <a16:creationId xmlns:a16="http://schemas.microsoft.com/office/drawing/2014/main" id="{CCBF9747-F5AB-F3FB-C71B-129A2F3A94B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321451" y="3572059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2</a:t>
            </a:r>
            <a:endParaRPr lang="en-CA"/>
          </a:p>
        </p:txBody>
      </p:sp>
      <p:sp>
        <p:nvSpPr>
          <p:cNvPr id="23" name="Textplatzhalter 82">
            <a:extLst>
              <a:ext uri="{FF2B5EF4-FFF2-40B4-BE49-F238E27FC236}">
                <a16:creationId xmlns:a16="http://schemas.microsoft.com/office/drawing/2014/main" id="{158942FA-3055-FB58-988A-B53D9D33A7F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321451" y="3919796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30" name="Textplatzhalter 82">
            <a:extLst>
              <a:ext uri="{FF2B5EF4-FFF2-40B4-BE49-F238E27FC236}">
                <a16:creationId xmlns:a16="http://schemas.microsoft.com/office/drawing/2014/main" id="{EE110A93-39A1-1EDC-7A3B-586BA6FFCB9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589931" y="4498813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03</a:t>
            </a:r>
            <a:endParaRPr lang="en-CA"/>
          </a:p>
        </p:txBody>
      </p:sp>
      <p:sp>
        <p:nvSpPr>
          <p:cNvPr id="24" name="Textplatzhalter 82">
            <a:extLst>
              <a:ext uri="{FF2B5EF4-FFF2-40B4-BE49-F238E27FC236}">
                <a16:creationId xmlns:a16="http://schemas.microsoft.com/office/drawing/2014/main" id="{A3CF7C4C-2D06-834B-0097-E50437FBA13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21451" y="4552982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3</a:t>
            </a:r>
            <a:endParaRPr lang="en-CA"/>
          </a:p>
        </p:txBody>
      </p:sp>
      <p:sp>
        <p:nvSpPr>
          <p:cNvPr id="25" name="Textplatzhalter 82">
            <a:extLst>
              <a:ext uri="{FF2B5EF4-FFF2-40B4-BE49-F238E27FC236}">
                <a16:creationId xmlns:a16="http://schemas.microsoft.com/office/drawing/2014/main" id="{278693DD-F787-733E-5D35-7AABA7DCA7C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321451" y="4900719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31" name="Textplatzhalter 82">
            <a:extLst>
              <a:ext uri="{FF2B5EF4-FFF2-40B4-BE49-F238E27FC236}">
                <a16:creationId xmlns:a16="http://schemas.microsoft.com/office/drawing/2014/main" id="{BC10C928-3B0D-BE5F-BC7B-3A798FEE7FCD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589931" y="5471542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04</a:t>
            </a:r>
            <a:endParaRPr lang="en-CA"/>
          </a:p>
        </p:txBody>
      </p:sp>
      <p:sp>
        <p:nvSpPr>
          <p:cNvPr id="26" name="Textplatzhalter 82">
            <a:extLst>
              <a:ext uri="{FF2B5EF4-FFF2-40B4-BE49-F238E27FC236}">
                <a16:creationId xmlns:a16="http://schemas.microsoft.com/office/drawing/2014/main" id="{7A8A61C0-834B-A46E-EFDB-B74DF2249FC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321451" y="5533905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4</a:t>
            </a:r>
            <a:endParaRPr lang="en-CA"/>
          </a:p>
        </p:txBody>
      </p:sp>
      <p:sp>
        <p:nvSpPr>
          <p:cNvPr id="27" name="Textplatzhalter 82">
            <a:extLst>
              <a:ext uri="{FF2B5EF4-FFF2-40B4-BE49-F238E27FC236}">
                <a16:creationId xmlns:a16="http://schemas.microsoft.com/office/drawing/2014/main" id="{8BE5AC7C-2B17-31FD-5B69-480959E9592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21451" y="5881642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17" name="Textplatzhalter 82">
            <a:extLst>
              <a:ext uri="{FF2B5EF4-FFF2-40B4-BE49-F238E27FC236}">
                <a16:creationId xmlns:a16="http://schemas.microsoft.com/office/drawing/2014/main" id="{11923B8F-1A6C-A061-D257-A30202B38923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7812495" y="2553355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05</a:t>
            </a:r>
            <a:endParaRPr lang="en-CA"/>
          </a:p>
        </p:txBody>
      </p:sp>
      <p:sp>
        <p:nvSpPr>
          <p:cNvPr id="9" name="Textplatzhalter 82">
            <a:extLst>
              <a:ext uri="{FF2B5EF4-FFF2-40B4-BE49-F238E27FC236}">
                <a16:creationId xmlns:a16="http://schemas.microsoft.com/office/drawing/2014/main" id="{8F61DB63-4293-941D-9868-E8DB0957586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544015" y="2591136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5</a:t>
            </a:r>
            <a:endParaRPr lang="en-CA"/>
          </a:p>
        </p:txBody>
      </p:sp>
      <p:sp>
        <p:nvSpPr>
          <p:cNvPr id="10" name="Textplatzhalter 82">
            <a:extLst>
              <a:ext uri="{FF2B5EF4-FFF2-40B4-BE49-F238E27FC236}">
                <a16:creationId xmlns:a16="http://schemas.microsoft.com/office/drawing/2014/main" id="{D21BFD28-0246-1174-12E7-0462C5E26BA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544015" y="2938873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18" name="Textplatzhalter 82">
            <a:extLst>
              <a:ext uri="{FF2B5EF4-FFF2-40B4-BE49-F238E27FC236}">
                <a16:creationId xmlns:a16="http://schemas.microsoft.com/office/drawing/2014/main" id="{53B4E863-0A53-060A-9D5D-C351DCC8C707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7812495" y="3526084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06</a:t>
            </a:r>
            <a:endParaRPr lang="en-CA"/>
          </a:p>
        </p:txBody>
      </p:sp>
      <p:sp>
        <p:nvSpPr>
          <p:cNvPr id="11" name="Textplatzhalter 82">
            <a:extLst>
              <a:ext uri="{FF2B5EF4-FFF2-40B4-BE49-F238E27FC236}">
                <a16:creationId xmlns:a16="http://schemas.microsoft.com/office/drawing/2014/main" id="{032842A2-E475-A241-1893-1BE40833D54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544015" y="3572059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6</a:t>
            </a:r>
            <a:endParaRPr lang="en-CA"/>
          </a:p>
        </p:txBody>
      </p:sp>
      <p:sp>
        <p:nvSpPr>
          <p:cNvPr id="12" name="Textplatzhalter 82">
            <a:extLst>
              <a:ext uri="{FF2B5EF4-FFF2-40B4-BE49-F238E27FC236}">
                <a16:creationId xmlns:a16="http://schemas.microsoft.com/office/drawing/2014/main" id="{04B2A651-E850-C9F2-383C-0CAE242A0C2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544015" y="3919796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19" name="Textplatzhalter 82">
            <a:extLst>
              <a:ext uri="{FF2B5EF4-FFF2-40B4-BE49-F238E27FC236}">
                <a16:creationId xmlns:a16="http://schemas.microsoft.com/office/drawing/2014/main" id="{BA5F0E68-8370-DD0F-1DB9-FF6FD38C0E57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7812495" y="4498813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07</a:t>
            </a:r>
            <a:endParaRPr lang="en-CA"/>
          </a:p>
        </p:txBody>
      </p:sp>
      <p:sp>
        <p:nvSpPr>
          <p:cNvPr id="13" name="Textplatzhalter 82">
            <a:extLst>
              <a:ext uri="{FF2B5EF4-FFF2-40B4-BE49-F238E27FC236}">
                <a16:creationId xmlns:a16="http://schemas.microsoft.com/office/drawing/2014/main" id="{901A478B-77C0-167C-92D6-3DD9E29D76F4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544015" y="4552982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7</a:t>
            </a:r>
            <a:endParaRPr lang="en-CA"/>
          </a:p>
        </p:txBody>
      </p:sp>
      <p:sp>
        <p:nvSpPr>
          <p:cNvPr id="14" name="Textplatzhalter 82">
            <a:extLst>
              <a:ext uri="{FF2B5EF4-FFF2-40B4-BE49-F238E27FC236}">
                <a16:creationId xmlns:a16="http://schemas.microsoft.com/office/drawing/2014/main" id="{1D179949-4979-7CC1-C510-BE1B49D7D40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544015" y="4900719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33" name="Textplatzhalter 82">
            <a:extLst>
              <a:ext uri="{FF2B5EF4-FFF2-40B4-BE49-F238E27FC236}">
                <a16:creationId xmlns:a16="http://schemas.microsoft.com/office/drawing/2014/main" id="{E6375F3F-F1FE-A9CA-7486-868024427968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7812495" y="5471542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08</a:t>
            </a:r>
            <a:endParaRPr lang="en-CA"/>
          </a:p>
        </p:txBody>
      </p:sp>
      <p:sp>
        <p:nvSpPr>
          <p:cNvPr id="15" name="Textplatzhalter 82">
            <a:extLst>
              <a:ext uri="{FF2B5EF4-FFF2-40B4-BE49-F238E27FC236}">
                <a16:creationId xmlns:a16="http://schemas.microsoft.com/office/drawing/2014/main" id="{48BD02CA-B8AE-7A96-6D52-CFFF41E5FB32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8544015" y="5533905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8</a:t>
            </a:r>
            <a:endParaRPr lang="en-CA"/>
          </a:p>
        </p:txBody>
      </p:sp>
      <p:sp>
        <p:nvSpPr>
          <p:cNvPr id="16" name="Textplatzhalter 82">
            <a:extLst>
              <a:ext uri="{FF2B5EF4-FFF2-40B4-BE49-F238E27FC236}">
                <a16:creationId xmlns:a16="http://schemas.microsoft.com/office/drawing/2014/main" id="{8DB559E8-6705-CBF4-55C0-6A6486028ED0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8544015" y="5881642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22625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white_single lin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43">
            <a:extLst>
              <a:ext uri="{FF2B5EF4-FFF2-40B4-BE49-F238E27FC236}">
                <a16:creationId xmlns:a16="http://schemas.microsoft.com/office/drawing/2014/main" id="{B7BB48FE-BBB3-7678-665E-CB658723E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844B8E79-04A7-CD98-8EF6-E212565A1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3207657" y="0"/>
            <a:ext cx="898434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2C73B73-121B-A755-A619-61DA9EB430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9931" y="1484313"/>
            <a:ext cx="3490912" cy="677108"/>
          </a:xfrm>
        </p:spPr>
        <p:txBody>
          <a:bodyPr vert="horz"/>
          <a:lstStyle>
            <a:lvl1pPr>
              <a:defRPr sz="4400" cap="all" baseline="0">
                <a:solidFill>
                  <a:schemeClr val="accent1"/>
                </a:solidFill>
              </a:defRPr>
            </a:lvl1pPr>
          </a:lstStyle>
          <a:p>
            <a:r>
              <a:rPr lang="de-DE"/>
              <a:t>Agenda</a:t>
            </a:r>
            <a:endParaRPr lang="en-CA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7C8D850-AF7E-8F4D-CEF3-B47C121EC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2713B47-FDFD-44F6-B33D-CFB4326DB920}" type="datetime1">
              <a:rPr lang="de-DE" smtClean="0"/>
              <a:pPr/>
              <a:t>28.06.26</a:t>
            </a:fld>
            <a:endParaRPr lang="en-CA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9C0FBA-71BD-3026-F678-D62D69D42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8" name="Textplatzhalter 82">
            <a:extLst>
              <a:ext uri="{FF2B5EF4-FFF2-40B4-BE49-F238E27FC236}">
                <a16:creationId xmlns:a16="http://schemas.microsoft.com/office/drawing/2014/main" id="{6C169C98-562C-BE4A-D914-3DBD651F62E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589931" y="2553355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01</a:t>
            </a:r>
            <a:endParaRPr lang="en-CA"/>
          </a:p>
        </p:txBody>
      </p:sp>
      <p:sp>
        <p:nvSpPr>
          <p:cNvPr id="33" name="Textplatzhalter 82">
            <a:extLst>
              <a:ext uri="{FF2B5EF4-FFF2-40B4-BE49-F238E27FC236}">
                <a16:creationId xmlns:a16="http://schemas.microsoft.com/office/drawing/2014/main" id="{A97F140C-BFE8-963B-D19E-1EFD85B099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1451" y="2667901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1</a:t>
            </a:r>
            <a:endParaRPr lang="en-CA"/>
          </a:p>
        </p:txBody>
      </p:sp>
      <p:sp>
        <p:nvSpPr>
          <p:cNvPr id="9" name="Textplatzhalter 82">
            <a:extLst>
              <a:ext uri="{FF2B5EF4-FFF2-40B4-BE49-F238E27FC236}">
                <a16:creationId xmlns:a16="http://schemas.microsoft.com/office/drawing/2014/main" id="{3AF97E2C-0C21-B3E3-CBCF-8BCB7DCBCF0E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589931" y="3526084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02</a:t>
            </a:r>
            <a:endParaRPr lang="en-CA"/>
          </a:p>
        </p:txBody>
      </p:sp>
      <p:sp>
        <p:nvSpPr>
          <p:cNvPr id="39" name="Textplatzhalter 82">
            <a:extLst>
              <a:ext uri="{FF2B5EF4-FFF2-40B4-BE49-F238E27FC236}">
                <a16:creationId xmlns:a16="http://schemas.microsoft.com/office/drawing/2014/main" id="{205C866F-DD78-4586-9BC6-8FFF566CFA8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21451" y="3640021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2</a:t>
            </a:r>
            <a:endParaRPr lang="en-CA"/>
          </a:p>
        </p:txBody>
      </p:sp>
      <p:sp>
        <p:nvSpPr>
          <p:cNvPr id="10" name="Textplatzhalter 82">
            <a:extLst>
              <a:ext uri="{FF2B5EF4-FFF2-40B4-BE49-F238E27FC236}">
                <a16:creationId xmlns:a16="http://schemas.microsoft.com/office/drawing/2014/main" id="{C3991D1F-6706-8532-4483-4C4E11B48C93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589931" y="4498813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03</a:t>
            </a:r>
            <a:endParaRPr lang="en-CA"/>
          </a:p>
        </p:txBody>
      </p:sp>
      <p:sp>
        <p:nvSpPr>
          <p:cNvPr id="41" name="Textplatzhalter 82">
            <a:extLst>
              <a:ext uri="{FF2B5EF4-FFF2-40B4-BE49-F238E27FC236}">
                <a16:creationId xmlns:a16="http://schemas.microsoft.com/office/drawing/2014/main" id="{C4A254AA-CF8F-1BE8-1407-8542795AD69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21451" y="4612141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3</a:t>
            </a:r>
            <a:endParaRPr lang="en-CA"/>
          </a:p>
        </p:txBody>
      </p:sp>
      <p:sp>
        <p:nvSpPr>
          <p:cNvPr id="12" name="Textplatzhalter 82">
            <a:extLst>
              <a:ext uri="{FF2B5EF4-FFF2-40B4-BE49-F238E27FC236}">
                <a16:creationId xmlns:a16="http://schemas.microsoft.com/office/drawing/2014/main" id="{76AFC6C0-5369-D2B2-49E0-BCCFE580441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589931" y="5471542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04</a:t>
            </a:r>
            <a:endParaRPr lang="en-CA"/>
          </a:p>
        </p:txBody>
      </p:sp>
      <p:sp>
        <p:nvSpPr>
          <p:cNvPr id="43" name="Textplatzhalter 82">
            <a:extLst>
              <a:ext uri="{FF2B5EF4-FFF2-40B4-BE49-F238E27FC236}">
                <a16:creationId xmlns:a16="http://schemas.microsoft.com/office/drawing/2014/main" id="{8BAD9667-9CFE-1A27-BEC6-CECC733A4BE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21451" y="5584262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4</a:t>
            </a:r>
            <a:endParaRPr lang="en-CA"/>
          </a:p>
        </p:txBody>
      </p:sp>
      <p:sp>
        <p:nvSpPr>
          <p:cNvPr id="13" name="Textplatzhalter 82">
            <a:extLst>
              <a:ext uri="{FF2B5EF4-FFF2-40B4-BE49-F238E27FC236}">
                <a16:creationId xmlns:a16="http://schemas.microsoft.com/office/drawing/2014/main" id="{53264C9A-91D5-95C9-318C-CBFFB4D2996B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7812495" y="2553355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05</a:t>
            </a:r>
            <a:endParaRPr lang="en-CA"/>
          </a:p>
        </p:txBody>
      </p:sp>
      <p:sp>
        <p:nvSpPr>
          <p:cNvPr id="59" name="Textplatzhalter 82">
            <a:extLst>
              <a:ext uri="{FF2B5EF4-FFF2-40B4-BE49-F238E27FC236}">
                <a16:creationId xmlns:a16="http://schemas.microsoft.com/office/drawing/2014/main" id="{2DF00482-BFD1-5AA4-69CE-F92494809AC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44013" y="2667901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1</a:t>
            </a:r>
            <a:endParaRPr lang="en-CA"/>
          </a:p>
        </p:txBody>
      </p:sp>
      <p:sp>
        <p:nvSpPr>
          <p:cNvPr id="14" name="Textplatzhalter 82">
            <a:extLst>
              <a:ext uri="{FF2B5EF4-FFF2-40B4-BE49-F238E27FC236}">
                <a16:creationId xmlns:a16="http://schemas.microsoft.com/office/drawing/2014/main" id="{6E29A329-596D-CFC1-6E9D-F4157DBD627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7812495" y="3526084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06</a:t>
            </a:r>
            <a:endParaRPr lang="en-CA"/>
          </a:p>
        </p:txBody>
      </p:sp>
      <p:sp>
        <p:nvSpPr>
          <p:cNvPr id="65" name="Textplatzhalter 82">
            <a:extLst>
              <a:ext uri="{FF2B5EF4-FFF2-40B4-BE49-F238E27FC236}">
                <a16:creationId xmlns:a16="http://schemas.microsoft.com/office/drawing/2014/main" id="{FB2B30A6-A551-2225-6488-47598A8226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544013" y="3640021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1</a:t>
            </a:r>
            <a:endParaRPr lang="en-CA"/>
          </a:p>
        </p:txBody>
      </p:sp>
      <p:sp>
        <p:nvSpPr>
          <p:cNvPr id="15" name="Textplatzhalter 82">
            <a:extLst>
              <a:ext uri="{FF2B5EF4-FFF2-40B4-BE49-F238E27FC236}">
                <a16:creationId xmlns:a16="http://schemas.microsoft.com/office/drawing/2014/main" id="{34D4295A-2E02-F26A-B8E5-F5C8A74A985D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7812495" y="4498813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07</a:t>
            </a:r>
            <a:endParaRPr lang="en-CA"/>
          </a:p>
        </p:txBody>
      </p:sp>
      <p:sp>
        <p:nvSpPr>
          <p:cNvPr id="67" name="Textplatzhalter 82">
            <a:extLst>
              <a:ext uri="{FF2B5EF4-FFF2-40B4-BE49-F238E27FC236}">
                <a16:creationId xmlns:a16="http://schemas.microsoft.com/office/drawing/2014/main" id="{70CF5577-6A0E-ACB5-FA18-BBB0D692827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544013" y="4612141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1</a:t>
            </a:r>
            <a:endParaRPr lang="en-CA"/>
          </a:p>
        </p:txBody>
      </p:sp>
      <p:sp>
        <p:nvSpPr>
          <p:cNvPr id="16" name="Textplatzhalter 82">
            <a:extLst>
              <a:ext uri="{FF2B5EF4-FFF2-40B4-BE49-F238E27FC236}">
                <a16:creationId xmlns:a16="http://schemas.microsoft.com/office/drawing/2014/main" id="{38AC0C47-F256-BAA5-0CF3-CF7601F68F84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7812495" y="5471542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08</a:t>
            </a:r>
            <a:endParaRPr lang="en-CA"/>
          </a:p>
        </p:txBody>
      </p:sp>
      <p:sp>
        <p:nvSpPr>
          <p:cNvPr id="69" name="Textplatzhalter 82">
            <a:extLst>
              <a:ext uri="{FF2B5EF4-FFF2-40B4-BE49-F238E27FC236}">
                <a16:creationId xmlns:a16="http://schemas.microsoft.com/office/drawing/2014/main" id="{BCFC2250-FCD1-4E95-AFA5-42B1E071F7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544013" y="5584262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1</a:t>
            </a:r>
            <a:endParaRPr lang="en-CA"/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F7B7157D-CC1E-049E-3121-300A4FAD9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 bwMode="white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sp>
        <p:nvSpPr>
          <p:cNvPr id="4" name="Rechteck 6">
            <a:extLst>
              <a:ext uri="{FF2B5EF4-FFF2-40B4-BE49-F238E27FC236}">
                <a16:creationId xmlns:a16="http://schemas.microsoft.com/office/drawing/2014/main" id="{84D281E3-2D83-A5AC-F035-AB31EF1F8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ltGray">
          <a:xfrm>
            <a:off x="0" y="0"/>
            <a:ext cx="3207657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grpSp>
        <p:nvGrpSpPr>
          <p:cNvPr id="46" name="Gruppieren 14">
            <a:extLst>
              <a:ext uri="{FF2B5EF4-FFF2-40B4-BE49-F238E27FC236}">
                <a16:creationId xmlns:a16="http://schemas.microsoft.com/office/drawing/2014/main" id="{7A5B37BE-600D-3858-D0E2-A4203BCF94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47" name="Freeform 7">
              <a:extLst>
                <a:ext uri="{FF2B5EF4-FFF2-40B4-BE49-F238E27FC236}">
                  <a16:creationId xmlns:a16="http://schemas.microsoft.com/office/drawing/2014/main" id="{7DB3670A-33D2-894A-4B00-D950267C9FD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Rectangle 8">
              <a:extLst>
                <a:ext uri="{FF2B5EF4-FFF2-40B4-BE49-F238E27FC236}">
                  <a16:creationId xmlns:a16="http://schemas.microsoft.com/office/drawing/2014/main" id="{7865F3BA-0941-D8BC-2A7B-21214ACF110D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Rectangle 9">
              <a:extLst>
                <a:ext uri="{FF2B5EF4-FFF2-40B4-BE49-F238E27FC236}">
                  <a16:creationId xmlns:a16="http://schemas.microsoft.com/office/drawing/2014/main" id="{F523ACFC-8CFC-25B5-37FF-2A969606C242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10">
              <a:extLst>
                <a:ext uri="{FF2B5EF4-FFF2-40B4-BE49-F238E27FC236}">
                  <a16:creationId xmlns:a16="http://schemas.microsoft.com/office/drawing/2014/main" id="{BE0B506B-4FF4-7B54-DBD7-53CDE15739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11">
              <a:extLst>
                <a:ext uri="{FF2B5EF4-FFF2-40B4-BE49-F238E27FC236}">
                  <a16:creationId xmlns:a16="http://schemas.microsoft.com/office/drawing/2014/main" id="{48EAF0F2-E5D5-AADA-E277-CD4C508492C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12">
              <a:extLst>
                <a:ext uri="{FF2B5EF4-FFF2-40B4-BE49-F238E27FC236}">
                  <a16:creationId xmlns:a16="http://schemas.microsoft.com/office/drawing/2014/main" id="{734144E7-7CCD-4721-ABA3-6BD158F3A9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13">
              <a:extLst>
                <a:ext uri="{FF2B5EF4-FFF2-40B4-BE49-F238E27FC236}">
                  <a16:creationId xmlns:a16="http://schemas.microsoft.com/office/drawing/2014/main" id="{E4F8A630-AF88-BA09-E472-D1B1A642DF5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14">
              <a:extLst>
                <a:ext uri="{FF2B5EF4-FFF2-40B4-BE49-F238E27FC236}">
                  <a16:creationId xmlns:a16="http://schemas.microsoft.com/office/drawing/2014/main" id="{4BD79CE0-7F1C-1049-8CF0-C93FF255D45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15">
              <a:extLst>
                <a:ext uri="{FF2B5EF4-FFF2-40B4-BE49-F238E27FC236}">
                  <a16:creationId xmlns:a16="http://schemas.microsoft.com/office/drawing/2014/main" id="{4F256713-518F-1111-4567-1EBEB3F671E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16">
              <a:extLst>
                <a:ext uri="{FF2B5EF4-FFF2-40B4-BE49-F238E27FC236}">
                  <a16:creationId xmlns:a16="http://schemas.microsoft.com/office/drawing/2014/main" id="{80A26254-8B70-96E9-4EDE-A123C852B6B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17">
              <a:extLst>
                <a:ext uri="{FF2B5EF4-FFF2-40B4-BE49-F238E27FC236}">
                  <a16:creationId xmlns:a16="http://schemas.microsoft.com/office/drawing/2014/main" id="{DC0BE9A8-330E-11E2-7A03-2EE9D76883F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18">
              <a:extLst>
                <a:ext uri="{FF2B5EF4-FFF2-40B4-BE49-F238E27FC236}">
                  <a16:creationId xmlns:a16="http://schemas.microsoft.com/office/drawing/2014/main" id="{23A619DF-556C-E520-9EBC-BEA5CD9C104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1" name="Freeform 19">
              <a:extLst>
                <a:ext uri="{FF2B5EF4-FFF2-40B4-BE49-F238E27FC236}">
                  <a16:creationId xmlns:a16="http://schemas.microsoft.com/office/drawing/2014/main" id="{04A6238B-53EF-20F4-6F92-A4AD1C1F478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2" name="Freeform 20">
              <a:extLst>
                <a:ext uri="{FF2B5EF4-FFF2-40B4-BE49-F238E27FC236}">
                  <a16:creationId xmlns:a16="http://schemas.microsoft.com/office/drawing/2014/main" id="{0AE07604-C9A3-8D85-5510-310FF2B60BB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3" name="Freeform 21">
              <a:extLst>
                <a:ext uri="{FF2B5EF4-FFF2-40B4-BE49-F238E27FC236}">
                  <a16:creationId xmlns:a16="http://schemas.microsoft.com/office/drawing/2014/main" id="{00CAAC1A-E736-44C3-159D-7028B1293A3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4" name="Freeform 22">
              <a:extLst>
                <a:ext uri="{FF2B5EF4-FFF2-40B4-BE49-F238E27FC236}">
                  <a16:creationId xmlns:a16="http://schemas.microsoft.com/office/drawing/2014/main" id="{A0412C8B-DCD2-9615-D934-1C209C37762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5" name="Freeform 23">
              <a:extLst>
                <a:ext uri="{FF2B5EF4-FFF2-40B4-BE49-F238E27FC236}">
                  <a16:creationId xmlns:a16="http://schemas.microsoft.com/office/drawing/2014/main" id="{27077822-9118-0B56-348F-69C4FD9258D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6" name="Freeform 24">
              <a:extLst>
                <a:ext uri="{FF2B5EF4-FFF2-40B4-BE49-F238E27FC236}">
                  <a16:creationId xmlns:a16="http://schemas.microsoft.com/office/drawing/2014/main" id="{B3B46281-6925-9B09-7ADC-29BB65CE32C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7" name="Freeform 25">
              <a:extLst>
                <a:ext uri="{FF2B5EF4-FFF2-40B4-BE49-F238E27FC236}">
                  <a16:creationId xmlns:a16="http://schemas.microsoft.com/office/drawing/2014/main" id="{402FB823-A8B7-CFC4-A2B5-DF9D0DD0B50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8" name="Freeform 26">
              <a:extLst>
                <a:ext uri="{FF2B5EF4-FFF2-40B4-BE49-F238E27FC236}">
                  <a16:creationId xmlns:a16="http://schemas.microsoft.com/office/drawing/2014/main" id="{E9C9D7F8-1DD6-BCA4-F839-DB3CCABF39A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9" name="Freeform 27">
              <a:extLst>
                <a:ext uri="{FF2B5EF4-FFF2-40B4-BE49-F238E27FC236}">
                  <a16:creationId xmlns:a16="http://schemas.microsoft.com/office/drawing/2014/main" id="{DF5D362F-28BC-D5AD-3803-2582A001A01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0" name="Freeform 28">
              <a:extLst>
                <a:ext uri="{FF2B5EF4-FFF2-40B4-BE49-F238E27FC236}">
                  <a16:creationId xmlns:a16="http://schemas.microsoft.com/office/drawing/2014/main" id="{B0196EBB-AF4D-3A2B-C92D-D305FFC2DD4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1" name="Freeform 29">
              <a:extLst>
                <a:ext uri="{FF2B5EF4-FFF2-40B4-BE49-F238E27FC236}">
                  <a16:creationId xmlns:a16="http://schemas.microsoft.com/office/drawing/2014/main" id="{69CD51E5-7846-0702-F251-E73A1662C24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3375198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blue_2 lines 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hteck 56">
            <a:extLst>
              <a:ext uri="{FF2B5EF4-FFF2-40B4-BE49-F238E27FC236}">
                <a16:creationId xmlns:a16="http://schemas.microsoft.com/office/drawing/2014/main" id="{9DAC3153-1126-FD5E-A137-BD36F495A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0" y="0"/>
            <a:ext cx="12192000" cy="6857999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2C73B73-121B-A755-A619-61DA9EB430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484313"/>
            <a:ext cx="3490912" cy="677108"/>
          </a:xfrm>
        </p:spPr>
        <p:txBody>
          <a:bodyPr vert="horz"/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Agenda</a:t>
            </a:r>
            <a:endParaRPr lang="en-CA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7C8D850-AF7E-8F4D-CEF3-B47C121EC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A226954-6933-4634-9F99-3CCD2EC48874}" type="datetime1">
              <a:rPr lang="de-DE" smtClean="0"/>
              <a:t>28.06.26</a:t>
            </a:fld>
            <a:endParaRPr lang="en-CA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9C0FBA-71BD-3026-F678-D62D69D42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51" name="Textplatzhalter 82">
            <a:extLst>
              <a:ext uri="{FF2B5EF4-FFF2-40B4-BE49-F238E27FC236}">
                <a16:creationId xmlns:a16="http://schemas.microsoft.com/office/drawing/2014/main" id="{BE53B255-9784-6976-A89D-292B3101F4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55820" y="2553355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01</a:t>
            </a:r>
            <a:endParaRPr lang="en-CA"/>
          </a:p>
        </p:txBody>
      </p:sp>
      <p:sp>
        <p:nvSpPr>
          <p:cNvPr id="83" name="Textplatzhalter 82">
            <a:extLst>
              <a:ext uri="{FF2B5EF4-FFF2-40B4-BE49-F238E27FC236}">
                <a16:creationId xmlns:a16="http://schemas.microsoft.com/office/drawing/2014/main" id="{C9B30888-BB4F-08DD-5BD9-E0F0321083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87340" y="2591136"/>
            <a:ext cx="6401434" cy="276999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1</a:t>
            </a:r>
            <a:endParaRPr lang="en-CA"/>
          </a:p>
        </p:txBody>
      </p:sp>
      <p:sp>
        <p:nvSpPr>
          <p:cNvPr id="6" name="Textplatzhalter 82">
            <a:extLst>
              <a:ext uri="{FF2B5EF4-FFF2-40B4-BE49-F238E27FC236}">
                <a16:creationId xmlns:a16="http://schemas.microsoft.com/office/drawing/2014/main" id="{EF8223E1-9936-304C-4CB9-D510DBC0C0D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87340" y="2938873"/>
            <a:ext cx="6401434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52" name="Textplatzhalter 82">
            <a:extLst>
              <a:ext uri="{FF2B5EF4-FFF2-40B4-BE49-F238E27FC236}">
                <a16:creationId xmlns:a16="http://schemas.microsoft.com/office/drawing/2014/main" id="{8877AF34-7067-7170-8749-70201B6973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55820" y="3526084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02</a:t>
            </a:r>
            <a:endParaRPr lang="en-CA"/>
          </a:p>
        </p:txBody>
      </p:sp>
      <p:sp>
        <p:nvSpPr>
          <p:cNvPr id="39" name="Textplatzhalter 82">
            <a:extLst>
              <a:ext uri="{FF2B5EF4-FFF2-40B4-BE49-F238E27FC236}">
                <a16:creationId xmlns:a16="http://schemas.microsoft.com/office/drawing/2014/main" id="{50D8EC94-3F63-4CD2-C31D-45A30FC7CC1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87340" y="3572059"/>
            <a:ext cx="6401434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2</a:t>
            </a:r>
            <a:endParaRPr lang="en-CA"/>
          </a:p>
        </p:txBody>
      </p:sp>
      <p:sp>
        <p:nvSpPr>
          <p:cNvPr id="41" name="Textplatzhalter 82">
            <a:extLst>
              <a:ext uri="{FF2B5EF4-FFF2-40B4-BE49-F238E27FC236}">
                <a16:creationId xmlns:a16="http://schemas.microsoft.com/office/drawing/2014/main" id="{E45A2D58-EC62-9FE5-9CB3-3577802B840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87340" y="3919796"/>
            <a:ext cx="6401434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25DCB38-902E-EE78-B52B-9EEC1591F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4" name="Gruppieren 14">
            <a:extLst>
              <a:ext uri="{FF2B5EF4-FFF2-40B4-BE49-F238E27FC236}">
                <a16:creationId xmlns:a16="http://schemas.microsoft.com/office/drawing/2014/main" id="{685F7EC6-761E-9091-5226-75E891B9A8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38C40418-470C-695E-CE28-8EAA1AFD1D3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BD8EE377-874F-40FB-50FC-3A3C6BE1CDE7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Rectangle 9">
              <a:extLst>
                <a:ext uri="{FF2B5EF4-FFF2-40B4-BE49-F238E27FC236}">
                  <a16:creationId xmlns:a16="http://schemas.microsoft.com/office/drawing/2014/main" id="{8E699557-D411-E4F4-82DB-99B13F9C59E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5A714ACC-7294-0D6B-83CE-DF8472C6C3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2E817C57-FEF3-A4FF-DA61-1C75606ECEE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A6D5471A-00FD-CF0A-D257-EE6B53ACDCE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FB02AB8C-3C4C-777A-9769-5C0E0446D6D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1B81C870-15D4-3DB4-D2BE-E20BE695334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F244D6F1-908D-D906-BB01-6BCF9F29709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0A683624-B8F9-E5CB-93ED-AE8586C6603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2D549863-3DC0-D4EE-419C-53106CDFDB6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6DBD3012-A05F-0B4F-EAF4-83054B080F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9E16190B-7A20-A31E-1459-565E612533F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046C572D-2763-176C-92C4-9E9D4D9AE2E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E9FCA2DE-1CA7-ECC2-6728-1B2B39BEEE9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58F38A2F-CA94-C6E4-6FFD-7548335D1CC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D825808C-7ADC-9B84-FC30-C072FCF923D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0CB8E670-F1FB-F481-EDF5-A10B2F9A3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E037692C-43F0-595A-E122-E15E280D587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Freeform 26">
              <a:extLst>
                <a:ext uri="{FF2B5EF4-FFF2-40B4-BE49-F238E27FC236}">
                  <a16:creationId xmlns:a16="http://schemas.microsoft.com/office/drawing/2014/main" id="{2DF48E09-42C3-3658-28A3-EE53029E388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Freeform 27">
              <a:extLst>
                <a:ext uri="{FF2B5EF4-FFF2-40B4-BE49-F238E27FC236}">
                  <a16:creationId xmlns:a16="http://schemas.microsoft.com/office/drawing/2014/main" id="{E36F4521-8D3C-B0EB-7797-B1B0E713DC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28">
              <a:extLst>
                <a:ext uri="{FF2B5EF4-FFF2-40B4-BE49-F238E27FC236}">
                  <a16:creationId xmlns:a16="http://schemas.microsoft.com/office/drawing/2014/main" id="{1CB68D60-3CBD-E200-0D62-B62A6F9F2D4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29">
              <a:extLst>
                <a:ext uri="{FF2B5EF4-FFF2-40B4-BE49-F238E27FC236}">
                  <a16:creationId xmlns:a16="http://schemas.microsoft.com/office/drawing/2014/main" id="{D3317844-324A-126B-15DD-68289FC98B0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53" name="Textplatzhalter 82">
            <a:extLst>
              <a:ext uri="{FF2B5EF4-FFF2-40B4-BE49-F238E27FC236}">
                <a16:creationId xmlns:a16="http://schemas.microsoft.com/office/drawing/2014/main" id="{2CCEEAD5-2398-3A79-4A0C-A6C51604E8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55820" y="4498813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03</a:t>
            </a:r>
            <a:endParaRPr lang="en-CA"/>
          </a:p>
        </p:txBody>
      </p:sp>
      <p:sp>
        <p:nvSpPr>
          <p:cNvPr id="43" name="Textplatzhalter 82">
            <a:extLst>
              <a:ext uri="{FF2B5EF4-FFF2-40B4-BE49-F238E27FC236}">
                <a16:creationId xmlns:a16="http://schemas.microsoft.com/office/drawing/2014/main" id="{862E9F33-1FD5-E8E9-D9D2-89A8480FEF7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387340" y="4552982"/>
            <a:ext cx="6401434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3</a:t>
            </a:r>
            <a:endParaRPr lang="en-CA"/>
          </a:p>
        </p:txBody>
      </p:sp>
      <p:sp>
        <p:nvSpPr>
          <p:cNvPr id="45" name="Textplatzhalter 82">
            <a:extLst>
              <a:ext uri="{FF2B5EF4-FFF2-40B4-BE49-F238E27FC236}">
                <a16:creationId xmlns:a16="http://schemas.microsoft.com/office/drawing/2014/main" id="{47206873-1CB3-D5C6-C11D-EFD6FFE1607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387340" y="4900719"/>
            <a:ext cx="6401434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54" name="Textplatzhalter 82">
            <a:extLst>
              <a:ext uri="{FF2B5EF4-FFF2-40B4-BE49-F238E27FC236}">
                <a16:creationId xmlns:a16="http://schemas.microsoft.com/office/drawing/2014/main" id="{36E3DDE5-5444-9D85-7089-BE4CF0E6ED2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55820" y="5471542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04</a:t>
            </a:r>
            <a:endParaRPr lang="en-CA"/>
          </a:p>
        </p:txBody>
      </p:sp>
      <p:sp>
        <p:nvSpPr>
          <p:cNvPr id="47" name="Textplatzhalter 82">
            <a:extLst>
              <a:ext uri="{FF2B5EF4-FFF2-40B4-BE49-F238E27FC236}">
                <a16:creationId xmlns:a16="http://schemas.microsoft.com/office/drawing/2014/main" id="{7BB4B8B0-3E4E-5B80-90D0-7555BC6C8EC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387340" y="5533905"/>
            <a:ext cx="6401434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4</a:t>
            </a:r>
            <a:endParaRPr lang="en-CA"/>
          </a:p>
        </p:txBody>
      </p:sp>
      <p:sp>
        <p:nvSpPr>
          <p:cNvPr id="49" name="Textplatzhalter 82">
            <a:extLst>
              <a:ext uri="{FF2B5EF4-FFF2-40B4-BE49-F238E27FC236}">
                <a16:creationId xmlns:a16="http://schemas.microsoft.com/office/drawing/2014/main" id="{DD04D40F-8CFD-8FED-C714-CBBCEB94D82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87340" y="5881642"/>
            <a:ext cx="6401434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9766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08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blue_single lin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hteck 56">
            <a:extLst>
              <a:ext uri="{FF2B5EF4-FFF2-40B4-BE49-F238E27FC236}">
                <a16:creationId xmlns:a16="http://schemas.microsoft.com/office/drawing/2014/main" id="{9DAC3153-1126-FD5E-A137-BD36F495A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0" y="0"/>
            <a:ext cx="12192000" cy="6857999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2C73B73-121B-A755-A619-61DA9EB430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484313"/>
            <a:ext cx="3490912" cy="677108"/>
          </a:xfrm>
        </p:spPr>
        <p:txBody>
          <a:bodyPr vert="horz"/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Agenda</a:t>
            </a:r>
            <a:endParaRPr lang="en-CA"/>
          </a:p>
        </p:txBody>
      </p:sp>
      <p:sp>
        <p:nvSpPr>
          <p:cNvPr id="86" name="Textplatzhalter 82">
            <a:extLst>
              <a:ext uri="{FF2B5EF4-FFF2-40B4-BE49-F238E27FC236}">
                <a16:creationId xmlns:a16="http://schemas.microsoft.com/office/drawing/2014/main" id="{787E3241-82A8-6151-6002-00B9C4A3F60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55820" y="2553355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01</a:t>
            </a:r>
            <a:endParaRPr lang="en-CA"/>
          </a:p>
        </p:txBody>
      </p:sp>
      <p:sp>
        <p:nvSpPr>
          <p:cNvPr id="83" name="Textplatzhalter 82">
            <a:extLst>
              <a:ext uri="{FF2B5EF4-FFF2-40B4-BE49-F238E27FC236}">
                <a16:creationId xmlns:a16="http://schemas.microsoft.com/office/drawing/2014/main" id="{C9B30888-BB4F-08DD-5BD9-E0F0321083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87340" y="2661076"/>
            <a:ext cx="6401434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1</a:t>
            </a:r>
            <a:endParaRPr lang="en-CA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7C8D850-AF7E-8F4D-CEF3-B47C121EC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A226954-6933-4634-9F99-3CCD2EC48874}" type="datetime1">
              <a:rPr lang="de-DE" smtClean="0"/>
              <a:t>28.06.26</a:t>
            </a:fld>
            <a:endParaRPr lang="en-CA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9C0FBA-71BD-3026-F678-D62D69D42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94" name="Textplatzhalter 82">
            <a:extLst>
              <a:ext uri="{FF2B5EF4-FFF2-40B4-BE49-F238E27FC236}">
                <a16:creationId xmlns:a16="http://schemas.microsoft.com/office/drawing/2014/main" id="{ECA94DBB-538B-92B7-7A4D-C9C002F7CC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55820" y="3526084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02</a:t>
            </a:r>
            <a:endParaRPr lang="en-CA"/>
          </a:p>
        </p:txBody>
      </p:sp>
      <p:sp>
        <p:nvSpPr>
          <p:cNvPr id="17" name="Textplatzhalter 82">
            <a:extLst>
              <a:ext uri="{FF2B5EF4-FFF2-40B4-BE49-F238E27FC236}">
                <a16:creationId xmlns:a16="http://schemas.microsoft.com/office/drawing/2014/main" id="{B73FC471-5010-6E94-CBD7-6FCCFC202CB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87340" y="3633805"/>
            <a:ext cx="6401434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2</a:t>
            </a:r>
            <a:endParaRPr lang="en-CA"/>
          </a:p>
        </p:txBody>
      </p:sp>
      <p:sp>
        <p:nvSpPr>
          <p:cNvPr id="96" name="Textplatzhalter 82">
            <a:extLst>
              <a:ext uri="{FF2B5EF4-FFF2-40B4-BE49-F238E27FC236}">
                <a16:creationId xmlns:a16="http://schemas.microsoft.com/office/drawing/2014/main" id="{42176A46-DB68-B860-E47A-6E4818597B5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55820" y="4498813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03</a:t>
            </a:r>
            <a:endParaRPr lang="en-CA"/>
          </a:p>
        </p:txBody>
      </p:sp>
      <p:sp>
        <p:nvSpPr>
          <p:cNvPr id="19" name="Textplatzhalter 82">
            <a:extLst>
              <a:ext uri="{FF2B5EF4-FFF2-40B4-BE49-F238E27FC236}">
                <a16:creationId xmlns:a16="http://schemas.microsoft.com/office/drawing/2014/main" id="{8516744C-7034-D554-D31D-33427B6FF14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87340" y="4606534"/>
            <a:ext cx="6401434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3</a:t>
            </a:r>
            <a:endParaRPr lang="en-CA"/>
          </a:p>
        </p:txBody>
      </p:sp>
      <p:sp>
        <p:nvSpPr>
          <p:cNvPr id="98" name="Textplatzhalter 82">
            <a:extLst>
              <a:ext uri="{FF2B5EF4-FFF2-40B4-BE49-F238E27FC236}">
                <a16:creationId xmlns:a16="http://schemas.microsoft.com/office/drawing/2014/main" id="{3B1610DE-D48A-69B9-B63E-783B685A788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55820" y="5471542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04</a:t>
            </a:r>
            <a:endParaRPr lang="en-CA"/>
          </a:p>
        </p:txBody>
      </p:sp>
      <p:sp>
        <p:nvSpPr>
          <p:cNvPr id="21" name="Textplatzhalter 82">
            <a:extLst>
              <a:ext uri="{FF2B5EF4-FFF2-40B4-BE49-F238E27FC236}">
                <a16:creationId xmlns:a16="http://schemas.microsoft.com/office/drawing/2014/main" id="{C8AE1010-44C7-DC2B-A0A8-92C461FAC69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387340" y="5579263"/>
            <a:ext cx="6401434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4</a:t>
            </a:r>
            <a:endParaRPr lang="en-CA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25DCB38-902E-EE78-B52B-9EEC1591F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4" name="Gruppieren 14">
            <a:extLst>
              <a:ext uri="{FF2B5EF4-FFF2-40B4-BE49-F238E27FC236}">
                <a16:creationId xmlns:a16="http://schemas.microsoft.com/office/drawing/2014/main" id="{685F7EC6-761E-9091-5226-75E891B9A8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38C40418-470C-695E-CE28-8EAA1AFD1D3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BD8EE377-874F-40FB-50FC-3A3C6BE1CDE7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Rectangle 9">
              <a:extLst>
                <a:ext uri="{FF2B5EF4-FFF2-40B4-BE49-F238E27FC236}">
                  <a16:creationId xmlns:a16="http://schemas.microsoft.com/office/drawing/2014/main" id="{8E699557-D411-E4F4-82DB-99B13F9C59E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5A714ACC-7294-0D6B-83CE-DF8472C6C3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2E817C57-FEF3-A4FF-DA61-1C75606ECEE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A6D5471A-00FD-CF0A-D257-EE6B53ACDCE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FB02AB8C-3C4C-777A-9769-5C0E0446D6D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1B81C870-15D4-3DB4-D2BE-E20BE695334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F244D6F1-908D-D906-BB01-6BCF9F29709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0A683624-B8F9-E5CB-93ED-AE8586C6603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2D549863-3DC0-D4EE-419C-53106CDFDB6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6DBD3012-A05F-0B4F-EAF4-83054B080F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9E16190B-7A20-A31E-1459-565E612533F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046C572D-2763-176C-92C4-9E9D4D9AE2E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E9FCA2DE-1CA7-ECC2-6728-1B2B39BEEE9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58F38A2F-CA94-C6E4-6FFD-7548335D1CC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D825808C-7ADC-9B84-FC30-C072FCF923D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0CB8E670-F1FB-F481-EDF5-A10B2F9A3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E037692C-43F0-595A-E122-E15E280D587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Freeform 26">
              <a:extLst>
                <a:ext uri="{FF2B5EF4-FFF2-40B4-BE49-F238E27FC236}">
                  <a16:creationId xmlns:a16="http://schemas.microsoft.com/office/drawing/2014/main" id="{2DF48E09-42C3-3658-28A3-EE53029E388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Freeform 27">
              <a:extLst>
                <a:ext uri="{FF2B5EF4-FFF2-40B4-BE49-F238E27FC236}">
                  <a16:creationId xmlns:a16="http://schemas.microsoft.com/office/drawing/2014/main" id="{E36F4521-8D3C-B0EB-7797-B1B0E713DC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28">
              <a:extLst>
                <a:ext uri="{FF2B5EF4-FFF2-40B4-BE49-F238E27FC236}">
                  <a16:creationId xmlns:a16="http://schemas.microsoft.com/office/drawing/2014/main" id="{1CB68D60-3CBD-E200-0D62-B62A6F9F2D4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29">
              <a:extLst>
                <a:ext uri="{FF2B5EF4-FFF2-40B4-BE49-F238E27FC236}">
                  <a16:creationId xmlns:a16="http://schemas.microsoft.com/office/drawing/2014/main" id="{D3317844-324A-126B-15DD-68289FC98B0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21163746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08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erence Slide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507F064-BD39-4FE4-B9A2-7344DA85858F}" type="datetime1">
              <a:rPr lang="de-DE" smtClean="0"/>
              <a:pPr/>
              <a:t>28.06.26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1EC0CB6D-D87E-BCF6-8784-0A4A926770D2}"/>
              </a:ext>
            </a:extLst>
          </p:cNvPr>
          <p:cNvSpPr>
            <a:spLocks noGrp="1"/>
          </p:cNvSpPr>
          <p:nvPr userDrawn="1">
            <p:ph type="pic" sz="quarter" idx="14"/>
          </p:nvPr>
        </p:nvSpPr>
        <p:spPr>
          <a:xfrm>
            <a:off x="407988" y="1484313"/>
            <a:ext cx="5538787" cy="2305050"/>
          </a:xfrm>
          <a:prstGeom prst="round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6C1E72AE-53C9-62B1-2960-45E736051986}"/>
              </a:ext>
            </a:extLst>
          </p:cNvPr>
          <p:cNvSpPr txBox="1">
            <a:spLocks/>
          </p:cNvSpPr>
          <p:nvPr userDrawn="1"/>
        </p:nvSpPr>
        <p:spPr>
          <a:xfrm>
            <a:off x="6806558" y="1588650"/>
            <a:ext cx="3600450" cy="2769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252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800">
                <a:solidFill>
                  <a:schemeClr val="accent2"/>
                </a:solidFill>
              </a:rPr>
              <a:t>Customer Benefits</a:t>
            </a:r>
          </a:p>
        </p:txBody>
      </p:sp>
      <p:sp>
        <p:nvSpPr>
          <p:cNvPr id="47" name="Inhaltsplatzhalter 2">
            <a:extLst>
              <a:ext uri="{FF2B5EF4-FFF2-40B4-BE49-F238E27FC236}">
                <a16:creationId xmlns:a16="http://schemas.microsoft.com/office/drawing/2014/main" id="{9D9F6ED7-2514-D09F-0692-2F16A3CE8ED2}"/>
              </a:ext>
            </a:extLst>
          </p:cNvPr>
          <p:cNvSpPr>
            <a:spLocks noGrp="1"/>
          </p:cNvSpPr>
          <p:nvPr userDrawn="1">
            <p:ph idx="16" hasCustomPrompt="1"/>
          </p:nvPr>
        </p:nvSpPr>
        <p:spPr>
          <a:xfrm>
            <a:off x="6253213" y="2077754"/>
            <a:ext cx="5530799" cy="1711609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3" name="Rechteck 16">
            <a:extLst>
              <a:ext uri="{FF2B5EF4-FFF2-40B4-BE49-F238E27FC236}">
                <a16:creationId xmlns:a16="http://schemas.microsoft.com/office/drawing/2014/main" id="{B3A9E313-2A63-BB86-2EF7-642B72DBA1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6253213" y="1499495"/>
            <a:ext cx="455309" cy="455309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de-DE" sz="1600">
              <a:solidFill>
                <a:schemeClr val="accent1"/>
              </a:solidFill>
            </a:endParaRP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752B9272-0A78-BDCC-DEF2-AC09289E95E3}"/>
              </a:ext>
            </a:extLst>
          </p:cNvPr>
          <p:cNvSpPr txBox="1">
            <a:spLocks/>
          </p:cNvSpPr>
          <p:nvPr userDrawn="1"/>
        </p:nvSpPr>
        <p:spPr>
          <a:xfrm>
            <a:off x="961333" y="4164883"/>
            <a:ext cx="5543550" cy="2769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252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800">
                <a:solidFill>
                  <a:schemeClr val="accent2"/>
                </a:solidFill>
              </a:rPr>
              <a:t>Initial Situation and Challenges  </a:t>
            </a:r>
          </a:p>
        </p:txBody>
      </p:sp>
      <p:sp>
        <p:nvSpPr>
          <p:cNvPr id="45" name="Inhaltsplatzhalter 2">
            <a:extLst>
              <a:ext uri="{FF2B5EF4-FFF2-40B4-BE49-F238E27FC236}">
                <a16:creationId xmlns:a16="http://schemas.microsoft.com/office/drawing/2014/main" id="{99C26C55-C7DC-4FBB-F6D0-EFC04D76749F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407987" y="4653460"/>
            <a:ext cx="5538787" cy="1728290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B5EB2F5D-F9C7-F13D-4B57-586C38E4598B}"/>
              </a:ext>
            </a:extLst>
          </p:cNvPr>
          <p:cNvSpPr txBox="1">
            <a:spLocks/>
          </p:cNvSpPr>
          <p:nvPr userDrawn="1"/>
        </p:nvSpPr>
        <p:spPr>
          <a:xfrm>
            <a:off x="6793809" y="4164883"/>
            <a:ext cx="3600450" cy="2769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252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800">
                <a:solidFill>
                  <a:schemeClr val="accent2"/>
                </a:solidFill>
              </a:rPr>
              <a:t>Approach and Solution</a:t>
            </a:r>
          </a:p>
        </p:txBody>
      </p:sp>
      <p:sp>
        <p:nvSpPr>
          <p:cNvPr id="46" name="Inhaltsplatzhalter 2">
            <a:extLst>
              <a:ext uri="{FF2B5EF4-FFF2-40B4-BE49-F238E27FC236}">
                <a16:creationId xmlns:a16="http://schemas.microsoft.com/office/drawing/2014/main" id="{56351A8C-843C-4499-A5AF-D07503E77332}"/>
              </a:ext>
            </a:extLst>
          </p:cNvPr>
          <p:cNvSpPr>
            <a:spLocks noGrp="1"/>
          </p:cNvSpPr>
          <p:nvPr userDrawn="1">
            <p:ph idx="15" hasCustomPrompt="1"/>
          </p:nvPr>
        </p:nvSpPr>
        <p:spPr>
          <a:xfrm>
            <a:off x="6253213" y="4653460"/>
            <a:ext cx="5538787" cy="1728290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21" name="Rechteck 16">
            <a:extLst>
              <a:ext uri="{FF2B5EF4-FFF2-40B4-BE49-F238E27FC236}">
                <a16:creationId xmlns:a16="http://schemas.microsoft.com/office/drawing/2014/main" id="{18E7D743-7E02-019C-19F9-656DF4653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407987" y="4075728"/>
            <a:ext cx="455309" cy="455309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de-DE" sz="1600">
              <a:solidFill>
                <a:schemeClr val="accent1"/>
              </a:solidFill>
            </a:endParaRPr>
          </a:p>
        </p:txBody>
      </p:sp>
      <p:sp>
        <p:nvSpPr>
          <p:cNvPr id="40" name="Rechteck 16">
            <a:extLst>
              <a:ext uri="{FF2B5EF4-FFF2-40B4-BE49-F238E27FC236}">
                <a16:creationId xmlns:a16="http://schemas.microsoft.com/office/drawing/2014/main" id="{98CDECB2-48AD-4C44-ED7C-F32965823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6240464" y="4075728"/>
            <a:ext cx="455309" cy="455309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de-DE" sz="1600">
              <a:solidFill>
                <a:schemeClr val="accent1"/>
              </a:solidFill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58D3374-AD66-2234-77C0-06F9FF739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9971" y="4107713"/>
            <a:ext cx="391339" cy="391339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B3E91CE0-0D3E-9C3E-B801-E466E3D9A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9618" y="1535900"/>
            <a:ext cx="382498" cy="38249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D18F22F8-74F5-F635-CE16-E5DDB7914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67026" y="4105943"/>
            <a:ext cx="394879" cy="39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728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erence Slide_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hteck 43">
            <a:extLst>
              <a:ext uri="{FF2B5EF4-FFF2-40B4-BE49-F238E27FC236}">
                <a16:creationId xmlns:a16="http://schemas.microsoft.com/office/drawing/2014/main" id="{4E47C936-7E07-AD6B-FF29-A888288D7F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0F7122B-9480-0AC8-C427-EEFF3508B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8181975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marL="252000" indent="-252000" algn="l"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endParaRPr lang="de-DE" sz="1400">
              <a:solidFill>
                <a:schemeClr val="bg1"/>
              </a:solidFill>
            </a:endParaRP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219691"/>
            <a:ext cx="7488238" cy="153888"/>
          </a:xfrm>
        </p:spPr>
        <p:txBody>
          <a:bodyPr wrap="square"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7488237" cy="369332"/>
          </a:xfrm>
        </p:spPr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07F064-BD39-4FE4-B9A2-7344DA85858F}" type="datetime1">
              <a:rPr lang="de-DE" smtClean="0"/>
              <a:pPr/>
              <a:t>28.06.26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5" name="Rechteck 58">
            <a:extLst>
              <a:ext uri="{FF2B5EF4-FFF2-40B4-BE49-F238E27FC236}">
                <a16:creationId xmlns:a16="http://schemas.microsoft.com/office/drawing/2014/main" id="{583833A2-EA55-2272-5D20-BCCD9164067D}"/>
              </a:ext>
            </a:extLst>
          </p:cNvPr>
          <p:cNvSpPr/>
          <p:nvPr userDrawn="1"/>
        </p:nvSpPr>
        <p:spPr>
          <a:xfrm>
            <a:off x="407988" y="1596603"/>
            <a:ext cx="2211387" cy="40518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72000" tIns="36000" rIns="72000" bIns="360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09393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393" algn="l" defTabSz="609393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8786" algn="l" defTabSz="609393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180" algn="l" defTabSz="609393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7572" algn="l" defTabSz="609393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6964" algn="l" defTabSz="609393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6357" algn="l" defTabSz="609393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5752" algn="l" defTabSz="609393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5144" algn="l" defTabSz="609393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09393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rgbClr val="000099"/>
              </a:buClr>
              <a:buSzPct val="100000"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Situation and Challenges</a:t>
            </a:r>
          </a:p>
        </p:txBody>
      </p:sp>
      <p:sp>
        <p:nvSpPr>
          <p:cNvPr id="53" name="Inhaltsplatzhalter 2">
            <a:extLst>
              <a:ext uri="{FF2B5EF4-FFF2-40B4-BE49-F238E27FC236}">
                <a16:creationId xmlns:a16="http://schemas.microsoft.com/office/drawing/2014/main" id="{D520E8DC-511E-B7AD-EA9F-617B21457B82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07987" y="2218153"/>
            <a:ext cx="7488238" cy="1636325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12pt</a:t>
            </a:r>
          </a:p>
        </p:txBody>
      </p:sp>
      <p:sp>
        <p:nvSpPr>
          <p:cNvPr id="16" name="Rechteck 58">
            <a:extLst>
              <a:ext uri="{FF2B5EF4-FFF2-40B4-BE49-F238E27FC236}">
                <a16:creationId xmlns:a16="http://schemas.microsoft.com/office/drawing/2014/main" id="{3FB88713-652D-637F-80DF-4798EA792A80}"/>
              </a:ext>
            </a:extLst>
          </p:cNvPr>
          <p:cNvSpPr/>
          <p:nvPr userDrawn="1"/>
        </p:nvSpPr>
        <p:spPr>
          <a:xfrm>
            <a:off x="407988" y="4125485"/>
            <a:ext cx="1470257" cy="40518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72000" tIns="36000" rIns="72000" bIns="360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09393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393" algn="l" defTabSz="609393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8786" algn="l" defTabSz="609393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180" algn="l" defTabSz="609393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7572" algn="l" defTabSz="609393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6964" algn="l" defTabSz="609393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6357" algn="l" defTabSz="609393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5752" algn="l" defTabSz="609393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5144" algn="l" defTabSz="609393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09393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rgbClr val="000099"/>
              </a:buClr>
              <a:buSzPct val="100000"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MHP Approach</a:t>
            </a:r>
          </a:p>
        </p:txBody>
      </p:sp>
      <p:sp>
        <p:nvSpPr>
          <p:cNvPr id="52" name="Inhaltsplatzhalter 2">
            <a:extLst>
              <a:ext uri="{FF2B5EF4-FFF2-40B4-BE49-F238E27FC236}">
                <a16:creationId xmlns:a16="http://schemas.microsoft.com/office/drawing/2014/main" id="{A3BEF76F-FF52-74D4-F931-E84E3A3CA6B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7987" y="4745424"/>
            <a:ext cx="7488238" cy="1636325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12pt</a:t>
            </a:r>
          </a:p>
        </p:txBody>
      </p:sp>
      <p:sp>
        <p:nvSpPr>
          <p:cNvPr id="56" name="Picture Placeholder 55">
            <a:extLst>
              <a:ext uri="{FF2B5EF4-FFF2-40B4-BE49-F238E27FC236}">
                <a16:creationId xmlns:a16="http://schemas.microsoft.com/office/drawing/2014/main" id="{C1269D49-6BCB-0964-0AE5-0B9201AFE98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591264" y="1619250"/>
            <a:ext cx="3190875" cy="1951038"/>
          </a:xfrm>
          <a:prstGeom prst="round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Picture</a:t>
            </a:r>
          </a:p>
        </p:txBody>
      </p:sp>
      <p:sp>
        <p:nvSpPr>
          <p:cNvPr id="22" name="Rechteck 58">
            <a:extLst>
              <a:ext uri="{FF2B5EF4-FFF2-40B4-BE49-F238E27FC236}">
                <a16:creationId xmlns:a16="http://schemas.microsoft.com/office/drawing/2014/main" id="{B070F0E6-D3BC-3C12-A08C-879581768673}"/>
              </a:ext>
            </a:extLst>
          </p:cNvPr>
          <p:cNvSpPr/>
          <p:nvPr userDrawn="1"/>
        </p:nvSpPr>
        <p:spPr>
          <a:xfrm>
            <a:off x="9471015" y="4125485"/>
            <a:ext cx="1496967" cy="40518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72000" tIns="36000" rIns="72000" bIns="360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09393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393" algn="l" defTabSz="609393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8786" algn="l" defTabSz="609393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180" algn="l" defTabSz="609393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7572" algn="l" defTabSz="609393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6964" algn="l" defTabSz="609393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6357" algn="l" defTabSz="609393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5752" algn="l" defTabSz="609393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5144" algn="l" defTabSz="609393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09393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rgbClr val="000099"/>
              </a:buClr>
              <a:buSzPct val="100000"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Customer Value</a:t>
            </a:r>
          </a:p>
        </p:txBody>
      </p:sp>
      <p:sp>
        <p:nvSpPr>
          <p:cNvPr id="54" name="Inhaltsplatzhalter 2">
            <a:extLst>
              <a:ext uri="{FF2B5EF4-FFF2-40B4-BE49-F238E27FC236}">
                <a16:creationId xmlns:a16="http://schemas.microsoft.com/office/drawing/2014/main" id="{71D73439-57FF-9B08-FE39-E007F803D2F0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8590904" y="4745424"/>
            <a:ext cx="3191595" cy="1636325"/>
          </a:xfrm>
        </p:spPr>
        <p:txBody>
          <a:bodyPr>
            <a:normAutofit/>
          </a:bodyPr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12pt</a:t>
            </a:r>
          </a:p>
        </p:txBody>
      </p:sp>
      <p:grpSp>
        <p:nvGrpSpPr>
          <p:cNvPr id="27" name="Gruppieren 14">
            <a:extLst>
              <a:ext uri="{FF2B5EF4-FFF2-40B4-BE49-F238E27FC236}">
                <a16:creationId xmlns:a16="http://schemas.microsoft.com/office/drawing/2014/main" id="{DD065226-A0CC-8120-943E-9FE417E0E6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B56707C7-03E9-F36F-E897-1FEC6B661EF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Rectangle 8">
              <a:extLst>
                <a:ext uri="{FF2B5EF4-FFF2-40B4-BE49-F238E27FC236}">
                  <a16:creationId xmlns:a16="http://schemas.microsoft.com/office/drawing/2014/main" id="{2E3FCF44-12B2-4244-FD90-CB8A5644728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Rectangle 9">
              <a:extLst>
                <a:ext uri="{FF2B5EF4-FFF2-40B4-BE49-F238E27FC236}">
                  <a16:creationId xmlns:a16="http://schemas.microsoft.com/office/drawing/2014/main" id="{0A5C5A29-5863-A9EE-8A08-934782826B56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7E2B84B5-628B-0F45-8A5B-CF2FD4D2201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11">
              <a:extLst>
                <a:ext uri="{FF2B5EF4-FFF2-40B4-BE49-F238E27FC236}">
                  <a16:creationId xmlns:a16="http://schemas.microsoft.com/office/drawing/2014/main" id="{0CBC6F07-B20E-9E14-C216-2C306AFB16E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12">
              <a:extLst>
                <a:ext uri="{FF2B5EF4-FFF2-40B4-BE49-F238E27FC236}">
                  <a16:creationId xmlns:a16="http://schemas.microsoft.com/office/drawing/2014/main" id="{F5AF4665-6C73-B446-B5D5-6872EFC9820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Freeform 13">
              <a:extLst>
                <a:ext uri="{FF2B5EF4-FFF2-40B4-BE49-F238E27FC236}">
                  <a16:creationId xmlns:a16="http://schemas.microsoft.com/office/drawing/2014/main" id="{6E578605-5126-3105-078B-308D3282EEF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Freeform 14">
              <a:extLst>
                <a:ext uri="{FF2B5EF4-FFF2-40B4-BE49-F238E27FC236}">
                  <a16:creationId xmlns:a16="http://schemas.microsoft.com/office/drawing/2014/main" id="{B99C62AC-B780-0E64-A3EE-9B261F06A4B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5">
              <a:extLst>
                <a:ext uri="{FF2B5EF4-FFF2-40B4-BE49-F238E27FC236}">
                  <a16:creationId xmlns:a16="http://schemas.microsoft.com/office/drawing/2014/main" id="{12BD3DFC-C556-CDFF-D4BB-D0F4396D86E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6">
              <a:extLst>
                <a:ext uri="{FF2B5EF4-FFF2-40B4-BE49-F238E27FC236}">
                  <a16:creationId xmlns:a16="http://schemas.microsoft.com/office/drawing/2014/main" id="{474D3D5D-D9DF-99D1-B4F2-9B1139691C0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7">
              <a:extLst>
                <a:ext uri="{FF2B5EF4-FFF2-40B4-BE49-F238E27FC236}">
                  <a16:creationId xmlns:a16="http://schemas.microsoft.com/office/drawing/2014/main" id="{5762F5B1-2A97-4C2C-949A-EF9D3696B4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8">
              <a:extLst>
                <a:ext uri="{FF2B5EF4-FFF2-40B4-BE49-F238E27FC236}">
                  <a16:creationId xmlns:a16="http://schemas.microsoft.com/office/drawing/2014/main" id="{3F3180FD-80BA-3972-8926-B9CEBEF7199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9">
              <a:extLst>
                <a:ext uri="{FF2B5EF4-FFF2-40B4-BE49-F238E27FC236}">
                  <a16:creationId xmlns:a16="http://schemas.microsoft.com/office/drawing/2014/main" id="{3CB9FB92-8F73-28EC-D3BA-7AC80112E14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20">
              <a:extLst>
                <a:ext uri="{FF2B5EF4-FFF2-40B4-BE49-F238E27FC236}">
                  <a16:creationId xmlns:a16="http://schemas.microsoft.com/office/drawing/2014/main" id="{6B76C607-8A87-EE0B-3A9E-2E55148968A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21">
              <a:extLst>
                <a:ext uri="{FF2B5EF4-FFF2-40B4-BE49-F238E27FC236}">
                  <a16:creationId xmlns:a16="http://schemas.microsoft.com/office/drawing/2014/main" id="{A3E5F857-47AF-F8CD-8D39-B0ED43277BC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22">
              <a:extLst>
                <a:ext uri="{FF2B5EF4-FFF2-40B4-BE49-F238E27FC236}">
                  <a16:creationId xmlns:a16="http://schemas.microsoft.com/office/drawing/2014/main" id="{0D6CB48D-1071-5DEF-FD6C-D7235A218F0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23">
              <a:extLst>
                <a:ext uri="{FF2B5EF4-FFF2-40B4-BE49-F238E27FC236}">
                  <a16:creationId xmlns:a16="http://schemas.microsoft.com/office/drawing/2014/main" id="{9D38419D-3888-6EE5-2C97-B5D24C4250E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24">
              <a:extLst>
                <a:ext uri="{FF2B5EF4-FFF2-40B4-BE49-F238E27FC236}">
                  <a16:creationId xmlns:a16="http://schemas.microsoft.com/office/drawing/2014/main" id="{6EF49272-4760-CE61-1F33-DF50E4F4ADD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5">
              <a:extLst>
                <a:ext uri="{FF2B5EF4-FFF2-40B4-BE49-F238E27FC236}">
                  <a16:creationId xmlns:a16="http://schemas.microsoft.com/office/drawing/2014/main" id="{5888D74D-6E4A-6D6C-F4A4-1B8A6B60400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6">
              <a:extLst>
                <a:ext uri="{FF2B5EF4-FFF2-40B4-BE49-F238E27FC236}">
                  <a16:creationId xmlns:a16="http://schemas.microsoft.com/office/drawing/2014/main" id="{122FF4E4-6055-CAE7-AA6A-F805644771A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7">
              <a:extLst>
                <a:ext uri="{FF2B5EF4-FFF2-40B4-BE49-F238E27FC236}">
                  <a16:creationId xmlns:a16="http://schemas.microsoft.com/office/drawing/2014/main" id="{0DD9CCA3-4459-B5CC-9716-9ABBBE5E445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8">
              <a:extLst>
                <a:ext uri="{FF2B5EF4-FFF2-40B4-BE49-F238E27FC236}">
                  <a16:creationId xmlns:a16="http://schemas.microsoft.com/office/drawing/2014/main" id="{84E2B1B0-7029-A581-FE6F-F757F7463A7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9">
              <a:extLst>
                <a:ext uri="{FF2B5EF4-FFF2-40B4-BE49-F238E27FC236}">
                  <a16:creationId xmlns:a16="http://schemas.microsoft.com/office/drawing/2014/main" id="{B35F75F6-4FCC-FEF6-F598-40233174FAA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51" name="Textfeld 6">
            <a:extLst>
              <a:ext uri="{FF2B5EF4-FFF2-40B4-BE49-F238E27FC236}">
                <a16:creationId xmlns:a16="http://schemas.microsoft.com/office/drawing/2014/main" id="{CF40EF7A-ADBD-313F-E1BB-CA8A1C97C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36313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&amp; imag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Bildplatzhalter 39">
            <a:extLst>
              <a:ext uri="{FF2B5EF4-FFF2-40B4-BE49-F238E27FC236}">
                <a16:creationId xmlns:a16="http://schemas.microsoft.com/office/drawing/2014/main" id="{9BDF8D81-914C-696F-172A-8DF5F0EB268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267200" cy="6858000"/>
          </a:xfrm>
          <a:solidFill>
            <a:schemeClr val="bg2"/>
          </a:solidFill>
        </p:spPr>
        <p:txBody>
          <a:bodyPr lIns="144000" tIns="144000" rIns="144000" bIns="144000"/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EE187F-F997-81B4-655B-7B76AE9F15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655820" y="2123554"/>
            <a:ext cx="1130366" cy="40518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tx1"/>
            </a:solidFill>
          </a:ln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Chapter 00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50E2C01-1C5C-08E3-B4AE-9045ECD03F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5819" y="3004537"/>
            <a:ext cx="7128193" cy="738664"/>
          </a:xfrm>
        </p:spPr>
        <p:txBody>
          <a:bodyPr vert="horz" anchor="ctr"/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de-DE"/>
              <a:t>Chapter title</a:t>
            </a:r>
            <a:endParaRPr lang="en-CA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681C405-DE08-DE98-A6D6-0EBBDF4F9C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56138" y="4218995"/>
            <a:ext cx="7127875" cy="276999"/>
          </a:xfr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252000" indent="0">
              <a:buNone/>
              <a:defRPr/>
            </a:lvl2pPr>
            <a:lvl3pPr marL="504000" indent="0">
              <a:buNone/>
              <a:defRPr/>
            </a:lvl3pPr>
            <a:lvl4pPr marL="756000" indent="0">
              <a:buNone/>
              <a:defRPr/>
            </a:lvl4pPr>
            <a:lvl5pPr marL="1008000" indent="0">
              <a:buNone/>
              <a:defRPr/>
            </a:lvl5pPr>
          </a:lstStyle>
          <a:p>
            <a:pPr lvl="0"/>
            <a:r>
              <a:rPr lang="de-DE" err="1"/>
              <a:t>Subtitle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90210C-3ED0-44C2-504A-818269117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35CBF7A-EE0B-4631-A87E-2CBB37A3E089}" type="datetime1">
              <a:rPr lang="de-DE" smtClean="0"/>
              <a:pPr/>
              <a:t>28.06.26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423745-18E9-BD8D-8A5E-982798CD8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CA948BC8-97AB-CC70-6689-96432FD79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7" y="6597650"/>
            <a:ext cx="3306762" cy="15388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© </a:t>
            </a:r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MHP Management- und IT-Beratung GmbH</a:t>
            </a:r>
            <a:r>
              <a:rPr lang="de-DE"/>
              <a:t> 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77068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&amp; image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Bildplatzhalter 39">
            <a:extLst>
              <a:ext uri="{FF2B5EF4-FFF2-40B4-BE49-F238E27FC236}">
                <a16:creationId xmlns:a16="http://schemas.microsoft.com/office/drawing/2014/main" id="{9BDF8D81-914C-696F-172A-8DF5F0EB268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267200" cy="6858000"/>
          </a:xfrm>
          <a:solidFill>
            <a:schemeClr val="bg2"/>
          </a:solidFill>
        </p:spPr>
        <p:txBody>
          <a:bodyPr lIns="144000" tIns="144000" rIns="144000" bIns="144000"/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EE187F-F997-81B4-655B-7B76AE9F15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655820" y="2123554"/>
            <a:ext cx="1130366" cy="40518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Chapter 00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50E2C01-1C5C-08E3-B4AE-9045ECD03F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5819" y="3004537"/>
            <a:ext cx="7128193" cy="738664"/>
          </a:xfrm>
        </p:spPr>
        <p:txBody>
          <a:bodyPr vert="horz"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Chapter title</a:t>
            </a:r>
            <a:endParaRPr lang="en-CA"/>
          </a:p>
        </p:txBody>
      </p:sp>
      <p:sp>
        <p:nvSpPr>
          <p:cNvPr id="33" name="Textplatzhalter 7">
            <a:extLst>
              <a:ext uri="{FF2B5EF4-FFF2-40B4-BE49-F238E27FC236}">
                <a16:creationId xmlns:a16="http://schemas.microsoft.com/office/drawing/2014/main" id="{64398793-9CCF-65BC-B647-7335467C8F0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56138" y="4218995"/>
            <a:ext cx="7127875" cy="276999"/>
          </a:xfr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252000" indent="0">
              <a:buNone/>
              <a:defRPr/>
            </a:lvl2pPr>
            <a:lvl3pPr marL="504000" indent="0">
              <a:buNone/>
              <a:defRPr/>
            </a:lvl3pPr>
            <a:lvl4pPr marL="756000" indent="0">
              <a:buNone/>
              <a:defRPr/>
            </a:lvl4pPr>
            <a:lvl5pPr marL="1008000" indent="0">
              <a:buNone/>
              <a:defRPr/>
            </a:lvl5pPr>
          </a:lstStyle>
          <a:p>
            <a:pPr lvl="0"/>
            <a:r>
              <a:rPr lang="de-DE" err="1"/>
              <a:t>Subtitle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90210C-3ED0-44C2-504A-818269117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35CBF7A-EE0B-4631-A87E-2CBB37A3E089}" type="datetime1">
              <a:rPr lang="de-DE" smtClean="0"/>
              <a:pPr/>
              <a:t>28.06.26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423745-18E9-BD8D-8A5E-982798CD8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CA948BC8-97AB-CC70-6689-96432FD79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7" y="6597650"/>
            <a:ext cx="3306762" cy="15388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© </a:t>
            </a:r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MHP Management- und IT-Beratung GmbH</a:t>
            </a:r>
            <a:r>
              <a:rPr lang="de-DE"/>
              <a:t> </a:t>
            </a:r>
            <a:endParaRPr lang="en-CA"/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E2A26C6C-2BE8-B8B7-0271-3C89E7129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34" name="Freeform 7">
              <a:extLst>
                <a:ext uri="{FF2B5EF4-FFF2-40B4-BE49-F238E27FC236}">
                  <a16:creationId xmlns:a16="http://schemas.microsoft.com/office/drawing/2014/main" id="{66BA37E6-2596-F15F-3BB1-1DDBDD8E10C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8">
              <a:extLst>
                <a:ext uri="{FF2B5EF4-FFF2-40B4-BE49-F238E27FC236}">
                  <a16:creationId xmlns:a16="http://schemas.microsoft.com/office/drawing/2014/main" id="{649C6C5C-4558-B7A1-EA08-D3B77F14F1B8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Rectangle 9">
              <a:extLst>
                <a:ext uri="{FF2B5EF4-FFF2-40B4-BE49-F238E27FC236}">
                  <a16:creationId xmlns:a16="http://schemas.microsoft.com/office/drawing/2014/main" id="{A53579CB-02DB-406E-098D-7FAFFD6265E6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0">
              <a:extLst>
                <a:ext uri="{FF2B5EF4-FFF2-40B4-BE49-F238E27FC236}">
                  <a16:creationId xmlns:a16="http://schemas.microsoft.com/office/drawing/2014/main" id="{2552C423-CA58-8260-D3DA-3CDCA798A2F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1">
              <a:extLst>
                <a:ext uri="{FF2B5EF4-FFF2-40B4-BE49-F238E27FC236}">
                  <a16:creationId xmlns:a16="http://schemas.microsoft.com/office/drawing/2014/main" id="{06563947-0226-8A0D-FEAB-53A1F6FA12B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2">
              <a:extLst>
                <a:ext uri="{FF2B5EF4-FFF2-40B4-BE49-F238E27FC236}">
                  <a16:creationId xmlns:a16="http://schemas.microsoft.com/office/drawing/2014/main" id="{B88821C5-14AA-6E34-3676-E11DEE3EB57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867619AC-8F5F-D82B-AFBC-14150E95AD3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001FB593-0F6F-F3F5-06D3-63DED8DEC8D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CAE545EF-5664-2085-AC8E-B3C2014DBB5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E115F5F1-6AC6-DB28-A6B0-94FFEFEEFE0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232D2354-B8FB-D56C-EFD1-B5B6B8C6E1E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1EBD56AD-850C-862C-F3B2-2B234AD115A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9">
              <a:extLst>
                <a:ext uri="{FF2B5EF4-FFF2-40B4-BE49-F238E27FC236}">
                  <a16:creationId xmlns:a16="http://schemas.microsoft.com/office/drawing/2014/main" id="{F85F3CC6-0427-D3B4-5080-81474122E79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0">
              <a:extLst>
                <a:ext uri="{FF2B5EF4-FFF2-40B4-BE49-F238E27FC236}">
                  <a16:creationId xmlns:a16="http://schemas.microsoft.com/office/drawing/2014/main" id="{9FC3DA80-13EA-5294-1DFD-656096D9612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1">
              <a:extLst>
                <a:ext uri="{FF2B5EF4-FFF2-40B4-BE49-F238E27FC236}">
                  <a16:creationId xmlns:a16="http://schemas.microsoft.com/office/drawing/2014/main" id="{EB5586A6-FE3F-340F-8D97-34808CBEB0E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2">
              <a:extLst>
                <a:ext uri="{FF2B5EF4-FFF2-40B4-BE49-F238E27FC236}">
                  <a16:creationId xmlns:a16="http://schemas.microsoft.com/office/drawing/2014/main" id="{F74E24BA-802A-C75A-E05B-5F8DF21FE97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3">
              <a:extLst>
                <a:ext uri="{FF2B5EF4-FFF2-40B4-BE49-F238E27FC236}">
                  <a16:creationId xmlns:a16="http://schemas.microsoft.com/office/drawing/2014/main" id="{C1873FAC-D6C3-E03D-B6D7-FA2256DEFE1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4">
              <a:extLst>
                <a:ext uri="{FF2B5EF4-FFF2-40B4-BE49-F238E27FC236}">
                  <a16:creationId xmlns:a16="http://schemas.microsoft.com/office/drawing/2014/main" id="{593F78A4-C7B9-3AF9-F9B4-C64FF40F86F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5">
              <a:extLst>
                <a:ext uri="{FF2B5EF4-FFF2-40B4-BE49-F238E27FC236}">
                  <a16:creationId xmlns:a16="http://schemas.microsoft.com/office/drawing/2014/main" id="{73CA9998-E622-2888-D878-7E7E12A87C2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6">
              <a:extLst>
                <a:ext uri="{FF2B5EF4-FFF2-40B4-BE49-F238E27FC236}">
                  <a16:creationId xmlns:a16="http://schemas.microsoft.com/office/drawing/2014/main" id="{F1687C6F-D24D-D5EF-AF1B-AADD7B707E2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7">
              <a:extLst>
                <a:ext uri="{FF2B5EF4-FFF2-40B4-BE49-F238E27FC236}">
                  <a16:creationId xmlns:a16="http://schemas.microsoft.com/office/drawing/2014/main" id="{CF8C353F-8045-3DA0-34E1-ED91689B44E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8">
              <a:extLst>
                <a:ext uri="{FF2B5EF4-FFF2-40B4-BE49-F238E27FC236}">
                  <a16:creationId xmlns:a16="http://schemas.microsoft.com/office/drawing/2014/main" id="{8452796D-492E-A581-B284-75D40C92595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9">
              <a:extLst>
                <a:ext uri="{FF2B5EF4-FFF2-40B4-BE49-F238E27FC236}">
                  <a16:creationId xmlns:a16="http://schemas.microsoft.com/office/drawing/2014/main" id="{BD6B8539-489D-A866-CC83-0C59B63A535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2899062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arrow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C824A1AC-1D2D-B704-8766-CAFAC24AFE72}"/>
              </a:ext>
            </a:extLst>
          </p:cNvPr>
          <p:cNvGrpSpPr>
            <a:grpSpLocks/>
          </p:cNvGrpSpPr>
          <p:nvPr userDrawn="1"/>
        </p:nvGrpSpPr>
        <p:grpSpPr>
          <a:xfrm>
            <a:off x="302079" y="0"/>
            <a:ext cx="11587842" cy="6854780"/>
            <a:chOff x="2376487" y="1228725"/>
            <a:chExt cx="7439025" cy="4400550"/>
          </a:xfrm>
        </p:grpSpPr>
        <p:sp>
          <p:nvSpPr>
            <p:cNvPr id="8" name="Freihandform: Form 7">
              <a:extLst>
                <a:ext uri="{FF2B5EF4-FFF2-40B4-BE49-F238E27FC236}">
                  <a16:creationId xmlns:a16="http://schemas.microsoft.com/office/drawing/2014/main" id="{1A6D7CF4-E51F-14F3-72A7-79FB2B863B35}"/>
                </a:ext>
              </a:extLst>
            </p:cNvPr>
            <p:cNvSpPr/>
            <p:nvPr/>
          </p:nvSpPr>
          <p:spPr>
            <a:xfrm>
              <a:off x="2376487" y="1228725"/>
              <a:ext cx="2562225" cy="4400550"/>
            </a:xfrm>
            <a:custGeom>
              <a:avLst/>
              <a:gdLst>
                <a:gd name="connsiteX0" fmla="*/ 0 w 2562225"/>
                <a:gd name="connsiteY0" fmla="*/ 4400550 h 4400550"/>
                <a:gd name="connsiteX1" fmla="*/ 1066800 w 2562225"/>
                <a:gd name="connsiteY1" fmla="*/ 4400550 h 4400550"/>
                <a:gd name="connsiteX2" fmla="*/ 2562225 w 2562225"/>
                <a:gd name="connsiteY2" fmla="*/ 2200275 h 4400550"/>
                <a:gd name="connsiteX3" fmla="*/ 1066800 w 2562225"/>
                <a:gd name="connsiteY3" fmla="*/ 0 h 4400550"/>
                <a:gd name="connsiteX4" fmla="*/ 0 w 2562225"/>
                <a:gd name="connsiteY4" fmla="*/ 0 h 4400550"/>
                <a:gd name="connsiteX5" fmla="*/ 1343025 w 2562225"/>
                <a:gd name="connsiteY5" fmla="*/ 2200275 h 4400550"/>
                <a:gd name="connsiteX6" fmla="*/ 0 w 2562225"/>
                <a:gd name="connsiteY6" fmla="*/ 4400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225" h="4400550">
                  <a:moveTo>
                    <a:pt x="0" y="4400550"/>
                  </a:moveTo>
                  <a:lnTo>
                    <a:pt x="1066800" y="4400550"/>
                  </a:lnTo>
                  <a:lnTo>
                    <a:pt x="2562225" y="22002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1343025" y="2200275"/>
                  </a:lnTo>
                  <a:lnTo>
                    <a:pt x="0" y="440055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lnSpc>
                  <a:spcPct val="80000"/>
                </a:lnSpc>
              </a:pPr>
              <a:endParaRPr lang="de-DE" sz="1400" b="1">
                <a:solidFill>
                  <a:schemeClr val="bg1"/>
                </a:solidFill>
              </a:endParaRPr>
            </a:p>
          </p:txBody>
        </p:sp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A063EB6B-D50A-23BA-AAA3-6061AEF15940}"/>
                </a:ext>
              </a:extLst>
            </p:cNvPr>
            <p:cNvSpPr/>
            <p:nvPr/>
          </p:nvSpPr>
          <p:spPr>
            <a:xfrm>
              <a:off x="4814887" y="1228725"/>
              <a:ext cx="2562225" cy="4400550"/>
            </a:xfrm>
            <a:custGeom>
              <a:avLst/>
              <a:gdLst>
                <a:gd name="connsiteX0" fmla="*/ 0 w 2562225"/>
                <a:gd name="connsiteY0" fmla="*/ 4400550 h 4400550"/>
                <a:gd name="connsiteX1" fmla="*/ 1066800 w 2562225"/>
                <a:gd name="connsiteY1" fmla="*/ 4400550 h 4400550"/>
                <a:gd name="connsiteX2" fmla="*/ 2562225 w 2562225"/>
                <a:gd name="connsiteY2" fmla="*/ 2200275 h 4400550"/>
                <a:gd name="connsiteX3" fmla="*/ 1066800 w 2562225"/>
                <a:gd name="connsiteY3" fmla="*/ 0 h 4400550"/>
                <a:gd name="connsiteX4" fmla="*/ 0 w 2562225"/>
                <a:gd name="connsiteY4" fmla="*/ 0 h 4400550"/>
                <a:gd name="connsiteX5" fmla="*/ 1343025 w 2562225"/>
                <a:gd name="connsiteY5" fmla="*/ 2200275 h 4400550"/>
                <a:gd name="connsiteX6" fmla="*/ 0 w 2562225"/>
                <a:gd name="connsiteY6" fmla="*/ 4400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225" h="4400550">
                  <a:moveTo>
                    <a:pt x="0" y="4400550"/>
                  </a:moveTo>
                  <a:lnTo>
                    <a:pt x="1066800" y="4400550"/>
                  </a:lnTo>
                  <a:lnTo>
                    <a:pt x="2562225" y="22002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1343025" y="2200275"/>
                  </a:lnTo>
                  <a:lnTo>
                    <a:pt x="0" y="440055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lnSpc>
                  <a:spcPct val="80000"/>
                </a:lnSpc>
              </a:pPr>
              <a:endParaRPr lang="de-DE" sz="1400" b="1">
                <a:solidFill>
                  <a:schemeClr val="bg1"/>
                </a:solidFill>
              </a:endParaRPr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0450DAD6-2626-0227-E840-EC186EFE644B}"/>
                </a:ext>
              </a:extLst>
            </p:cNvPr>
            <p:cNvSpPr/>
            <p:nvPr/>
          </p:nvSpPr>
          <p:spPr>
            <a:xfrm>
              <a:off x="7253287" y="1228725"/>
              <a:ext cx="2562225" cy="4400550"/>
            </a:xfrm>
            <a:custGeom>
              <a:avLst/>
              <a:gdLst>
                <a:gd name="connsiteX0" fmla="*/ 0 w 2562225"/>
                <a:gd name="connsiteY0" fmla="*/ 4400550 h 4400550"/>
                <a:gd name="connsiteX1" fmla="*/ 1066800 w 2562225"/>
                <a:gd name="connsiteY1" fmla="*/ 4400550 h 4400550"/>
                <a:gd name="connsiteX2" fmla="*/ 2562225 w 2562225"/>
                <a:gd name="connsiteY2" fmla="*/ 2200275 h 4400550"/>
                <a:gd name="connsiteX3" fmla="*/ 1066800 w 2562225"/>
                <a:gd name="connsiteY3" fmla="*/ 0 h 4400550"/>
                <a:gd name="connsiteX4" fmla="*/ 0 w 2562225"/>
                <a:gd name="connsiteY4" fmla="*/ 0 h 4400550"/>
                <a:gd name="connsiteX5" fmla="*/ 1343025 w 2562225"/>
                <a:gd name="connsiteY5" fmla="*/ 2200275 h 4400550"/>
                <a:gd name="connsiteX6" fmla="*/ 0 w 2562225"/>
                <a:gd name="connsiteY6" fmla="*/ 4400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225" h="4400550">
                  <a:moveTo>
                    <a:pt x="0" y="4400550"/>
                  </a:moveTo>
                  <a:lnTo>
                    <a:pt x="1066800" y="4400550"/>
                  </a:lnTo>
                  <a:lnTo>
                    <a:pt x="2562225" y="22002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1343025" y="2200275"/>
                  </a:lnTo>
                  <a:lnTo>
                    <a:pt x="0" y="440055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lnSpc>
                  <a:spcPct val="80000"/>
                </a:lnSpc>
              </a:pPr>
              <a:endParaRPr lang="de-DE" sz="1400" b="1">
                <a:solidFill>
                  <a:schemeClr val="bg1"/>
                </a:solidFill>
              </a:endParaRPr>
            </a:p>
          </p:txBody>
        </p:sp>
      </p:grp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EE187F-F997-81B4-655B-7B76AE9F15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88" y="2123554"/>
            <a:ext cx="1130366" cy="40518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Chapter 00</a:t>
            </a:r>
          </a:p>
        </p:txBody>
      </p:sp>
      <p:sp>
        <p:nvSpPr>
          <p:cNvPr id="56" name="Titel 1">
            <a:extLst>
              <a:ext uri="{FF2B5EF4-FFF2-40B4-BE49-F238E27FC236}">
                <a16:creationId xmlns:a16="http://schemas.microsoft.com/office/drawing/2014/main" id="{BB5090ED-C01C-CFF0-F53C-C02277DEC9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3004537"/>
            <a:ext cx="7740650" cy="738664"/>
          </a:xfrm>
        </p:spPr>
        <p:txBody>
          <a:bodyPr vert="horz"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Chapter title</a:t>
            </a:r>
            <a:endParaRPr lang="en-CA"/>
          </a:p>
        </p:txBody>
      </p:sp>
      <p:sp>
        <p:nvSpPr>
          <p:cNvPr id="57" name="Textplatzhalter 7">
            <a:extLst>
              <a:ext uri="{FF2B5EF4-FFF2-40B4-BE49-F238E27FC236}">
                <a16:creationId xmlns:a16="http://schemas.microsoft.com/office/drawing/2014/main" id="{3B2E38A7-4B3C-A9D5-5118-B774492640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4218995"/>
            <a:ext cx="774065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252000" indent="0">
              <a:buNone/>
              <a:defRPr/>
            </a:lvl2pPr>
            <a:lvl3pPr marL="504000" indent="0">
              <a:buNone/>
              <a:defRPr/>
            </a:lvl3pPr>
            <a:lvl4pPr marL="756000" indent="0">
              <a:buNone/>
              <a:defRPr/>
            </a:lvl4pPr>
            <a:lvl5pPr marL="1008000" indent="0">
              <a:buNone/>
              <a:defRPr/>
            </a:lvl5pPr>
          </a:lstStyle>
          <a:p>
            <a:pPr lvl="0"/>
            <a:r>
              <a:rPr lang="de-DE" err="1"/>
              <a:t>Subtitle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90210C-3ED0-44C2-504A-818269117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CDB484A-FFE6-4ECB-9792-B0EDF5BB6553}" type="datetime1">
              <a:rPr lang="de-DE" smtClean="0"/>
              <a:t>28.06.26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423745-18E9-BD8D-8A5E-982798CD8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33404030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image">
    <p:bg>
      <p:bgPr>
        <a:gradFill>
          <a:gsLst>
            <a:gs pos="0">
              <a:schemeClr val="accent1"/>
            </a:gs>
            <a:gs pos="100000">
              <a:srgbClr val="3264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C8D19AB6-4E30-E846-4ADA-73417F541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EE187F-F997-81B4-655B-7B76AE9F15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88" y="2123554"/>
            <a:ext cx="1130366" cy="40518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Chapter 00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50E2C01-1C5C-08E3-B4AE-9045ECD03F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3004537"/>
            <a:ext cx="7740650" cy="738664"/>
          </a:xfrm>
        </p:spPr>
        <p:txBody>
          <a:bodyPr vert="horz"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Chapter title</a:t>
            </a:r>
            <a:endParaRPr lang="en-CA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E2F2C78A-F17F-D69F-DE65-3AAA5B985B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4218995"/>
            <a:ext cx="774065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252000" indent="0">
              <a:buNone/>
              <a:defRPr/>
            </a:lvl2pPr>
            <a:lvl3pPr marL="504000" indent="0">
              <a:buNone/>
              <a:defRPr/>
            </a:lvl3pPr>
            <a:lvl4pPr marL="756000" indent="0">
              <a:buNone/>
              <a:defRPr/>
            </a:lvl4pPr>
            <a:lvl5pPr marL="1008000" indent="0">
              <a:buNone/>
              <a:defRPr/>
            </a:lvl5pPr>
          </a:lstStyle>
          <a:p>
            <a:pPr lvl="0"/>
            <a:r>
              <a:rPr lang="de-DE" err="1"/>
              <a:t>Subtitle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90210C-3ED0-44C2-504A-818269117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CDB484A-FFE6-4ECB-9792-B0EDF5BB6553}" type="datetime1">
              <a:rPr lang="de-DE" smtClean="0"/>
              <a:t>28.06.26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423745-18E9-BD8D-8A5E-982798CD8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87595425-72BB-6467-CBAA-0E4D5B4F9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34" name="Freeform 7">
              <a:extLst>
                <a:ext uri="{FF2B5EF4-FFF2-40B4-BE49-F238E27FC236}">
                  <a16:creationId xmlns:a16="http://schemas.microsoft.com/office/drawing/2014/main" id="{FF41A7C1-B4E6-E293-F6E1-B7039722361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8">
              <a:extLst>
                <a:ext uri="{FF2B5EF4-FFF2-40B4-BE49-F238E27FC236}">
                  <a16:creationId xmlns:a16="http://schemas.microsoft.com/office/drawing/2014/main" id="{390EC050-BC38-98A8-F380-7DA1762F56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Rectangle 9">
              <a:extLst>
                <a:ext uri="{FF2B5EF4-FFF2-40B4-BE49-F238E27FC236}">
                  <a16:creationId xmlns:a16="http://schemas.microsoft.com/office/drawing/2014/main" id="{47571E74-E8F0-142E-79C0-B3894C3D86FC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0">
              <a:extLst>
                <a:ext uri="{FF2B5EF4-FFF2-40B4-BE49-F238E27FC236}">
                  <a16:creationId xmlns:a16="http://schemas.microsoft.com/office/drawing/2014/main" id="{49526A01-918F-C967-AE05-063633B3F3E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1">
              <a:extLst>
                <a:ext uri="{FF2B5EF4-FFF2-40B4-BE49-F238E27FC236}">
                  <a16:creationId xmlns:a16="http://schemas.microsoft.com/office/drawing/2014/main" id="{249F4816-53B1-9D3E-5B54-DD8AFF1F5E2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2">
              <a:extLst>
                <a:ext uri="{FF2B5EF4-FFF2-40B4-BE49-F238E27FC236}">
                  <a16:creationId xmlns:a16="http://schemas.microsoft.com/office/drawing/2014/main" id="{5C94EA22-F7CA-03B2-78C5-C1D0E395EB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3">
              <a:extLst>
                <a:ext uri="{FF2B5EF4-FFF2-40B4-BE49-F238E27FC236}">
                  <a16:creationId xmlns:a16="http://schemas.microsoft.com/office/drawing/2014/main" id="{4945CF0D-0E6B-FD99-79A2-E5F9E764C8A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4">
              <a:extLst>
                <a:ext uri="{FF2B5EF4-FFF2-40B4-BE49-F238E27FC236}">
                  <a16:creationId xmlns:a16="http://schemas.microsoft.com/office/drawing/2014/main" id="{EA40B853-111B-016E-D2BC-2D74504603F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5">
              <a:extLst>
                <a:ext uri="{FF2B5EF4-FFF2-40B4-BE49-F238E27FC236}">
                  <a16:creationId xmlns:a16="http://schemas.microsoft.com/office/drawing/2014/main" id="{50F8BC85-9386-4C98-F25D-0C81B96E186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6">
              <a:extLst>
                <a:ext uri="{FF2B5EF4-FFF2-40B4-BE49-F238E27FC236}">
                  <a16:creationId xmlns:a16="http://schemas.microsoft.com/office/drawing/2014/main" id="{1C72DFA5-34E2-04C4-8A68-008663B1B26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7">
              <a:extLst>
                <a:ext uri="{FF2B5EF4-FFF2-40B4-BE49-F238E27FC236}">
                  <a16:creationId xmlns:a16="http://schemas.microsoft.com/office/drawing/2014/main" id="{6F640F1E-02AE-CA05-7A59-D1BD5CA2049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8">
              <a:extLst>
                <a:ext uri="{FF2B5EF4-FFF2-40B4-BE49-F238E27FC236}">
                  <a16:creationId xmlns:a16="http://schemas.microsoft.com/office/drawing/2014/main" id="{27E57EE8-C21D-8233-3717-E313B2BBE39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9">
              <a:extLst>
                <a:ext uri="{FF2B5EF4-FFF2-40B4-BE49-F238E27FC236}">
                  <a16:creationId xmlns:a16="http://schemas.microsoft.com/office/drawing/2014/main" id="{C3248C9F-E3F5-4749-12E6-1D3980B98C3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0">
              <a:extLst>
                <a:ext uri="{FF2B5EF4-FFF2-40B4-BE49-F238E27FC236}">
                  <a16:creationId xmlns:a16="http://schemas.microsoft.com/office/drawing/2014/main" id="{5B3B8D41-491A-4742-43E8-127761AF0A9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1">
              <a:extLst>
                <a:ext uri="{FF2B5EF4-FFF2-40B4-BE49-F238E27FC236}">
                  <a16:creationId xmlns:a16="http://schemas.microsoft.com/office/drawing/2014/main" id="{4671FA6B-FCEA-917D-E1F8-657E61BAC67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2">
              <a:extLst>
                <a:ext uri="{FF2B5EF4-FFF2-40B4-BE49-F238E27FC236}">
                  <a16:creationId xmlns:a16="http://schemas.microsoft.com/office/drawing/2014/main" id="{9B1A39B2-893D-8EA2-B210-924E8F9F719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3">
              <a:extLst>
                <a:ext uri="{FF2B5EF4-FFF2-40B4-BE49-F238E27FC236}">
                  <a16:creationId xmlns:a16="http://schemas.microsoft.com/office/drawing/2014/main" id="{9EC34EC2-AC10-279B-5B2A-540F78C3F75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4">
              <a:extLst>
                <a:ext uri="{FF2B5EF4-FFF2-40B4-BE49-F238E27FC236}">
                  <a16:creationId xmlns:a16="http://schemas.microsoft.com/office/drawing/2014/main" id="{E6773A52-56F3-308C-DB75-2117F333586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5">
              <a:extLst>
                <a:ext uri="{FF2B5EF4-FFF2-40B4-BE49-F238E27FC236}">
                  <a16:creationId xmlns:a16="http://schemas.microsoft.com/office/drawing/2014/main" id="{9B20E507-D2CD-4B85-5373-51304547A4F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6">
              <a:extLst>
                <a:ext uri="{FF2B5EF4-FFF2-40B4-BE49-F238E27FC236}">
                  <a16:creationId xmlns:a16="http://schemas.microsoft.com/office/drawing/2014/main" id="{6592A82F-A22F-1610-BDB9-FBB435A721D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7">
              <a:extLst>
                <a:ext uri="{FF2B5EF4-FFF2-40B4-BE49-F238E27FC236}">
                  <a16:creationId xmlns:a16="http://schemas.microsoft.com/office/drawing/2014/main" id="{E162A311-62A8-F041-C959-48C3298CE1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8">
              <a:extLst>
                <a:ext uri="{FF2B5EF4-FFF2-40B4-BE49-F238E27FC236}">
                  <a16:creationId xmlns:a16="http://schemas.microsoft.com/office/drawing/2014/main" id="{12F1658C-9E86-1872-CE7E-0C729E7D02C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9">
              <a:extLst>
                <a:ext uri="{FF2B5EF4-FFF2-40B4-BE49-F238E27FC236}">
                  <a16:creationId xmlns:a16="http://schemas.microsoft.com/office/drawing/2014/main" id="{413830A0-E8F4-0717-089F-8AF0490329F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17465106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DF6F4B-1697-75DD-0D00-8453E80EECC2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7F064-BD39-4FE4-B9A2-7344DA85858F}" type="datetime1">
              <a:rPr lang="de-DE" smtClean="0"/>
              <a:t>28.06.26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AD0B-53D4-4473-89A4-0C9AC72707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24500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Content blue">
    <p:bg bwMode="auto"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DF6F4B-1697-75DD-0D00-8453E80EECC2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07F064-BD39-4FE4-B9A2-7344DA85858F}" type="datetime1">
              <a:rPr lang="de-DE" smtClean="0"/>
              <a:pPr/>
              <a:t>28.06.26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33D7364D-EF57-DDDB-03C6-B961279C7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10" name="Gruppieren 14">
            <a:extLst>
              <a:ext uri="{FF2B5EF4-FFF2-40B4-BE49-F238E27FC236}">
                <a16:creationId xmlns:a16="http://schemas.microsoft.com/office/drawing/2014/main" id="{C09E1D46-46A5-3D54-C019-1C63E6C66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37" name="Freeform 7">
              <a:extLst>
                <a:ext uri="{FF2B5EF4-FFF2-40B4-BE49-F238E27FC236}">
                  <a16:creationId xmlns:a16="http://schemas.microsoft.com/office/drawing/2014/main" id="{2FA0E3D7-083C-5A86-E1D4-A3CC49886A4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Rectangle 8">
              <a:extLst>
                <a:ext uri="{FF2B5EF4-FFF2-40B4-BE49-F238E27FC236}">
                  <a16:creationId xmlns:a16="http://schemas.microsoft.com/office/drawing/2014/main" id="{88421A0A-3E02-6EE0-0E74-C55C717D0F8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Rectangle 9">
              <a:extLst>
                <a:ext uri="{FF2B5EF4-FFF2-40B4-BE49-F238E27FC236}">
                  <a16:creationId xmlns:a16="http://schemas.microsoft.com/office/drawing/2014/main" id="{5D8BFC8E-2D61-ADAE-B788-75B469936DF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0">
              <a:extLst>
                <a:ext uri="{FF2B5EF4-FFF2-40B4-BE49-F238E27FC236}">
                  <a16:creationId xmlns:a16="http://schemas.microsoft.com/office/drawing/2014/main" id="{726D2CDF-E5F1-ACDA-EBD5-D00B741B98B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1">
              <a:extLst>
                <a:ext uri="{FF2B5EF4-FFF2-40B4-BE49-F238E27FC236}">
                  <a16:creationId xmlns:a16="http://schemas.microsoft.com/office/drawing/2014/main" id="{2B0E86E7-CA94-596F-01BF-9D769FB33EF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2">
              <a:extLst>
                <a:ext uri="{FF2B5EF4-FFF2-40B4-BE49-F238E27FC236}">
                  <a16:creationId xmlns:a16="http://schemas.microsoft.com/office/drawing/2014/main" id="{59A5C195-1D50-165E-5C4D-F0B7018BDA5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3">
              <a:extLst>
                <a:ext uri="{FF2B5EF4-FFF2-40B4-BE49-F238E27FC236}">
                  <a16:creationId xmlns:a16="http://schemas.microsoft.com/office/drawing/2014/main" id="{E3DA5DCA-40B0-0578-A7C0-F3F58106F68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4">
              <a:extLst>
                <a:ext uri="{FF2B5EF4-FFF2-40B4-BE49-F238E27FC236}">
                  <a16:creationId xmlns:a16="http://schemas.microsoft.com/office/drawing/2014/main" id="{B5CDFBB6-0167-AA88-8BE3-13CED893409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5">
              <a:extLst>
                <a:ext uri="{FF2B5EF4-FFF2-40B4-BE49-F238E27FC236}">
                  <a16:creationId xmlns:a16="http://schemas.microsoft.com/office/drawing/2014/main" id="{0C4A6E9B-74DB-E305-2605-D6E95DA6172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6">
              <a:extLst>
                <a:ext uri="{FF2B5EF4-FFF2-40B4-BE49-F238E27FC236}">
                  <a16:creationId xmlns:a16="http://schemas.microsoft.com/office/drawing/2014/main" id="{CBF6EBE3-5056-A4E4-5E03-527D3498C9F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7">
              <a:extLst>
                <a:ext uri="{FF2B5EF4-FFF2-40B4-BE49-F238E27FC236}">
                  <a16:creationId xmlns:a16="http://schemas.microsoft.com/office/drawing/2014/main" id="{DBB6060D-2010-CEB7-F15B-3AB2A6079DE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8">
              <a:extLst>
                <a:ext uri="{FF2B5EF4-FFF2-40B4-BE49-F238E27FC236}">
                  <a16:creationId xmlns:a16="http://schemas.microsoft.com/office/drawing/2014/main" id="{96BB1169-D283-9375-2569-63CC93DFE7B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19">
              <a:extLst>
                <a:ext uri="{FF2B5EF4-FFF2-40B4-BE49-F238E27FC236}">
                  <a16:creationId xmlns:a16="http://schemas.microsoft.com/office/drawing/2014/main" id="{4D80081A-4145-B59C-BA42-D24924FDBD5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0">
              <a:extLst>
                <a:ext uri="{FF2B5EF4-FFF2-40B4-BE49-F238E27FC236}">
                  <a16:creationId xmlns:a16="http://schemas.microsoft.com/office/drawing/2014/main" id="{0254C092-9AFD-83AB-CE41-0F53E02F5AA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434E1F29-1E11-6A88-CEC5-4C5E914EA50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051E2526-4EF8-1999-B7F1-FBE64E412C9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3">
              <a:extLst>
                <a:ext uri="{FF2B5EF4-FFF2-40B4-BE49-F238E27FC236}">
                  <a16:creationId xmlns:a16="http://schemas.microsoft.com/office/drawing/2014/main" id="{931F73B9-BB0B-08FC-1071-86DBE89528D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4">
              <a:extLst>
                <a:ext uri="{FF2B5EF4-FFF2-40B4-BE49-F238E27FC236}">
                  <a16:creationId xmlns:a16="http://schemas.microsoft.com/office/drawing/2014/main" id="{BA9E7FAE-F16C-28CE-2F24-AEAC209DAF5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5">
              <a:extLst>
                <a:ext uri="{FF2B5EF4-FFF2-40B4-BE49-F238E27FC236}">
                  <a16:creationId xmlns:a16="http://schemas.microsoft.com/office/drawing/2014/main" id="{0F6A27B1-C7CF-9384-C6E9-C4C639E11D3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6">
              <a:extLst>
                <a:ext uri="{FF2B5EF4-FFF2-40B4-BE49-F238E27FC236}">
                  <a16:creationId xmlns:a16="http://schemas.microsoft.com/office/drawing/2014/main" id="{C2F1F720-F4B8-46F4-7C53-01BC9D5C77D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7">
              <a:extLst>
                <a:ext uri="{FF2B5EF4-FFF2-40B4-BE49-F238E27FC236}">
                  <a16:creationId xmlns:a16="http://schemas.microsoft.com/office/drawing/2014/main" id="{2063B4AC-7FEB-1C83-9823-A8B310194E7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8">
              <a:extLst>
                <a:ext uri="{FF2B5EF4-FFF2-40B4-BE49-F238E27FC236}">
                  <a16:creationId xmlns:a16="http://schemas.microsoft.com/office/drawing/2014/main" id="{89CE564A-9B5F-9D40-6E23-7AF9A722AD1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9">
              <a:extLst>
                <a:ext uri="{FF2B5EF4-FFF2-40B4-BE49-F238E27FC236}">
                  <a16:creationId xmlns:a16="http://schemas.microsoft.com/office/drawing/2014/main" id="{01D54C5F-7A46-C805-282D-DFE07D8A3E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26729095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image righ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A9479C4F-FDCA-30FF-709F-81A00CD7238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83563" y="1484314"/>
            <a:ext cx="3600447" cy="4897436"/>
          </a:xfrm>
          <a:custGeom>
            <a:avLst/>
            <a:gdLst>
              <a:gd name="connsiteX0" fmla="*/ 285669 w 3600447"/>
              <a:gd name="connsiteY0" fmla="*/ 0 h 4897436"/>
              <a:gd name="connsiteX1" fmla="*/ 382107 w 3600447"/>
              <a:gd name="connsiteY1" fmla="*/ 0 h 4897436"/>
              <a:gd name="connsiteX2" fmla="*/ 3218340 w 3600447"/>
              <a:gd name="connsiteY2" fmla="*/ 0 h 4897436"/>
              <a:gd name="connsiteX3" fmla="*/ 3314778 w 3600447"/>
              <a:gd name="connsiteY3" fmla="*/ 0 h 4897436"/>
              <a:gd name="connsiteX4" fmla="*/ 3600447 w 3600447"/>
              <a:gd name="connsiteY4" fmla="*/ 285669 h 4897436"/>
              <a:gd name="connsiteX5" fmla="*/ 3600447 w 3600447"/>
              <a:gd name="connsiteY5" fmla="*/ 1935761 h 4897436"/>
              <a:gd name="connsiteX6" fmla="*/ 3600447 w 3600447"/>
              <a:gd name="connsiteY6" fmla="*/ 2961675 h 4897436"/>
              <a:gd name="connsiteX7" fmla="*/ 3600447 w 3600447"/>
              <a:gd name="connsiteY7" fmla="*/ 4611767 h 4897436"/>
              <a:gd name="connsiteX8" fmla="*/ 3314778 w 3600447"/>
              <a:gd name="connsiteY8" fmla="*/ 4897436 h 4897436"/>
              <a:gd name="connsiteX9" fmla="*/ 3218340 w 3600447"/>
              <a:gd name="connsiteY9" fmla="*/ 4897436 h 4897436"/>
              <a:gd name="connsiteX10" fmla="*/ 382107 w 3600447"/>
              <a:gd name="connsiteY10" fmla="*/ 4897436 h 4897436"/>
              <a:gd name="connsiteX11" fmla="*/ 285669 w 3600447"/>
              <a:gd name="connsiteY11" fmla="*/ 4897436 h 4897436"/>
              <a:gd name="connsiteX12" fmla="*/ 0 w 3600447"/>
              <a:gd name="connsiteY12" fmla="*/ 4611767 h 4897436"/>
              <a:gd name="connsiteX13" fmla="*/ 0 w 3600447"/>
              <a:gd name="connsiteY13" fmla="*/ 2961675 h 4897436"/>
              <a:gd name="connsiteX14" fmla="*/ 0 w 3600447"/>
              <a:gd name="connsiteY14" fmla="*/ 1935761 h 4897436"/>
              <a:gd name="connsiteX15" fmla="*/ 0 w 3600447"/>
              <a:gd name="connsiteY15" fmla="*/ 285669 h 4897436"/>
              <a:gd name="connsiteX16" fmla="*/ 285669 w 3600447"/>
              <a:gd name="connsiteY16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00447" h="4897436">
                <a:moveTo>
                  <a:pt x="285669" y="0"/>
                </a:moveTo>
                <a:lnTo>
                  <a:pt x="382107" y="0"/>
                </a:lnTo>
                <a:lnTo>
                  <a:pt x="3218340" y="0"/>
                </a:lnTo>
                <a:lnTo>
                  <a:pt x="3314778" y="0"/>
                </a:lnTo>
                <a:cubicBezTo>
                  <a:pt x="3472549" y="0"/>
                  <a:pt x="3600447" y="127898"/>
                  <a:pt x="3600447" y="285669"/>
                </a:cubicBezTo>
                <a:lnTo>
                  <a:pt x="3600447" y="1935761"/>
                </a:lnTo>
                <a:lnTo>
                  <a:pt x="3600447" y="2961675"/>
                </a:lnTo>
                <a:lnTo>
                  <a:pt x="3600447" y="4611767"/>
                </a:lnTo>
                <a:cubicBezTo>
                  <a:pt x="3600447" y="4769538"/>
                  <a:pt x="3472549" y="4897436"/>
                  <a:pt x="3314778" y="4897436"/>
                </a:cubicBezTo>
                <a:lnTo>
                  <a:pt x="3218340" y="4897436"/>
                </a:lnTo>
                <a:lnTo>
                  <a:pt x="382107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DF6F4B-1697-75DD-0D00-8453E80EECC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7987" y="1484312"/>
            <a:ext cx="7488238" cy="4897438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E1999-4726-4600-8B88-4A7F5C00CB35}" type="datetime1">
              <a:rPr lang="de-DE" smtClean="0"/>
              <a:t>28.06.26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AD0B-53D4-4473-89A4-0C9AC72707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307943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 image right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DF6F4B-1697-75DD-0D00-8453E80EECC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7987" y="1484312"/>
            <a:ext cx="7488238" cy="4897438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28.06.26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45FD5F3D-C999-9160-E266-789991D24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sp>
        <p:nvSpPr>
          <p:cNvPr id="36" name="Bildplatzhalter 35">
            <a:extLst>
              <a:ext uri="{FF2B5EF4-FFF2-40B4-BE49-F238E27FC236}">
                <a16:creationId xmlns:a16="http://schemas.microsoft.com/office/drawing/2014/main" id="{2C0C633A-6EA5-DF36-9AE4-EA89978EDF2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83563" y="1484314"/>
            <a:ext cx="3600447" cy="4897436"/>
          </a:xfrm>
          <a:custGeom>
            <a:avLst/>
            <a:gdLst>
              <a:gd name="connsiteX0" fmla="*/ 285669 w 3600447"/>
              <a:gd name="connsiteY0" fmla="*/ 0 h 4897436"/>
              <a:gd name="connsiteX1" fmla="*/ 382107 w 3600447"/>
              <a:gd name="connsiteY1" fmla="*/ 0 h 4897436"/>
              <a:gd name="connsiteX2" fmla="*/ 3218340 w 3600447"/>
              <a:gd name="connsiteY2" fmla="*/ 0 h 4897436"/>
              <a:gd name="connsiteX3" fmla="*/ 3314778 w 3600447"/>
              <a:gd name="connsiteY3" fmla="*/ 0 h 4897436"/>
              <a:gd name="connsiteX4" fmla="*/ 3600447 w 3600447"/>
              <a:gd name="connsiteY4" fmla="*/ 285669 h 4897436"/>
              <a:gd name="connsiteX5" fmla="*/ 3600447 w 3600447"/>
              <a:gd name="connsiteY5" fmla="*/ 1935761 h 4897436"/>
              <a:gd name="connsiteX6" fmla="*/ 3600447 w 3600447"/>
              <a:gd name="connsiteY6" fmla="*/ 2961675 h 4897436"/>
              <a:gd name="connsiteX7" fmla="*/ 3600447 w 3600447"/>
              <a:gd name="connsiteY7" fmla="*/ 4611767 h 4897436"/>
              <a:gd name="connsiteX8" fmla="*/ 3314778 w 3600447"/>
              <a:gd name="connsiteY8" fmla="*/ 4897436 h 4897436"/>
              <a:gd name="connsiteX9" fmla="*/ 3218340 w 3600447"/>
              <a:gd name="connsiteY9" fmla="*/ 4897436 h 4897436"/>
              <a:gd name="connsiteX10" fmla="*/ 382107 w 3600447"/>
              <a:gd name="connsiteY10" fmla="*/ 4897436 h 4897436"/>
              <a:gd name="connsiteX11" fmla="*/ 285669 w 3600447"/>
              <a:gd name="connsiteY11" fmla="*/ 4897436 h 4897436"/>
              <a:gd name="connsiteX12" fmla="*/ 0 w 3600447"/>
              <a:gd name="connsiteY12" fmla="*/ 4611767 h 4897436"/>
              <a:gd name="connsiteX13" fmla="*/ 0 w 3600447"/>
              <a:gd name="connsiteY13" fmla="*/ 2961675 h 4897436"/>
              <a:gd name="connsiteX14" fmla="*/ 0 w 3600447"/>
              <a:gd name="connsiteY14" fmla="*/ 1935761 h 4897436"/>
              <a:gd name="connsiteX15" fmla="*/ 0 w 3600447"/>
              <a:gd name="connsiteY15" fmla="*/ 285669 h 4897436"/>
              <a:gd name="connsiteX16" fmla="*/ 285669 w 3600447"/>
              <a:gd name="connsiteY16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00447" h="4897436">
                <a:moveTo>
                  <a:pt x="285669" y="0"/>
                </a:moveTo>
                <a:lnTo>
                  <a:pt x="382107" y="0"/>
                </a:lnTo>
                <a:lnTo>
                  <a:pt x="3218340" y="0"/>
                </a:lnTo>
                <a:lnTo>
                  <a:pt x="3314778" y="0"/>
                </a:lnTo>
                <a:cubicBezTo>
                  <a:pt x="3472549" y="0"/>
                  <a:pt x="3600447" y="127898"/>
                  <a:pt x="3600447" y="285669"/>
                </a:cubicBezTo>
                <a:lnTo>
                  <a:pt x="3600447" y="1935761"/>
                </a:lnTo>
                <a:lnTo>
                  <a:pt x="3600447" y="2961675"/>
                </a:lnTo>
                <a:lnTo>
                  <a:pt x="3600447" y="4611767"/>
                </a:lnTo>
                <a:cubicBezTo>
                  <a:pt x="3600447" y="4769538"/>
                  <a:pt x="3472549" y="4897436"/>
                  <a:pt x="3314778" y="4897436"/>
                </a:cubicBezTo>
                <a:lnTo>
                  <a:pt x="3218340" y="4897436"/>
                </a:lnTo>
                <a:lnTo>
                  <a:pt x="382107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grpSp>
        <p:nvGrpSpPr>
          <p:cNvPr id="7" name="Gruppieren 14">
            <a:extLst>
              <a:ext uri="{FF2B5EF4-FFF2-40B4-BE49-F238E27FC236}">
                <a16:creationId xmlns:a16="http://schemas.microsoft.com/office/drawing/2014/main" id="{D844E581-8234-D94E-9F93-04E4CDDFA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91E9B220-D7B8-FBBA-02F6-FDB0D7BBC4E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8">
              <a:extLst>
                <a:ext uri="{FF2B5EF4-FFF2-40B4-BE49-F238E27FC236}">
                  <a16:creationId xmlns:a16="http://schemas.microsoft.com/office/drawing/2014/main" id="{95AB0A1C-9628-7E43-A11A-89D7DDE07585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Rectangle 9">
              <a:extLst>
                <a:ext uri="{FF2B5EF4-FFF2-40B4-BE49-F238E27FC236}">
                  <a16:creationId xmlns:a16="http://schemas.microsoft.com/office/drawing/2014/main" id="{1F278A97-E83F-B840-CB43-5BDE07285B1D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0">
              <a:extLst>
                <a:ext uri="{FF2B5EF4-FFF2-40B4-BE49-F238E27FC236}">
                  <a16:creationId xmlns:a16="http://schemas.microsoft.com/office/drawing/2014/main" id="{F2779BD5-2117-6D4E-94D2-EFCA970C362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1">
              <a:extLst>
                <a:ext uri="{FF2B5EF4-FFF2-40B4-BE49-F238E27FC236}">
                  <a16:creationId xmlns:a16="http://schemas.microsoft.com/office/drawing/2014/main" id="{79F8543C-7777-9CE2-3CCA-9CE476E4F7A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2">
              <a:extLst>
                <a:ext uri="{FF2B5EF4-FFF2-40B4-BE49-F238E27FC236}">
                  <a16:creationId xmlns:a16="http://schemas.microsoft.com/office/drawing/2014/main" id="{13ACF91D-0022-393C-9E23-D4AE78AE395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4334FDFC-4F3D-8BFB-284F-7C0A4585734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83D8E13A-1372-B620-6DC9-D345BF1395A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581DBF55-3F76-0F5D-8069-ADDB8F9F7BF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DE9FAA88-967B-3AD6-D32D-B9308E9AF9D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0A32DBEB-6048-F95C-7B47-54213791FB4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AEB26AC3-78E7-DF40-4B34-58409D24F2D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9">
              <a:extLst>
                <a:ext uri="{FF2B5EF4-FFF2-40B4-BE49-F238E27FC236}">
                  <a16:creationId xmlns:a16="http://schemas.microsoft.com/office/drawing/2014/main" id="{177172D7-60F9-5D62-4771-5D606FF7A19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0">
              <a:extLst>
                <a:ext uri="{FF2B5EF4-FFF2-40B4-BE49-F238E27FC236}">
                  <a16:creationId xmlns:a16="http://schemas.microsoft.com/office/drawing/2014/main" id="{E5A0B2F9-52DE-3655-96B6-9D7B22E559D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1">
              <a:extLst>
                <a:ext uri="{FF2B5EF4-FFF2-40B4-BE49-F238E27FC236}">
                  <a16:creationId xmlns:a16="http://schemas.microsoft.com/office/drawing/2014/main" id="{C027D7F8-708C-9A9A-1DEC-8EB36C05225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2">
              <a:extLst>
                <a:ext uri="{FF2B5EF4-FFF2-40B4-BE49-F238E27FC236}">
                  <a16:creationId xmlns:a16="http://schemas.microsoft.com/office/drawing/2014/main" id="{C4A7AE66-891D-7CCB-2E8C-AC0DA3682FA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3">
              <a:extLst>
                <a:ext uri="{FF2B5EF4-FFF2-40B4-BE49-F238E27FC236}">
                  <a16:creationId xmlns:a16="http://schemas.microsoft.com/office/drawing/2014/main" id="{E86A748D-A07F-9320-0559-09C2252BDCA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4">
              <a:extLst>
                <a:ext uri="{FF2B5EF4-FFF2-40B4-BE49-F238E27FC236}">
                  <a16:creationId xmlns:a16="http://schemas.microsoft.com/office/drawing/2014/main" id="{93062AD5-1708-C2A9-1B18-45E877EECF3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5">
              <a:extLst>
                <a:ext uri="{FF2B5EF4-FFF2-40B4-BE49-F238E27FC236}">
                  <a16:creationId xmlns:a16="http://schemas.microsoft.com/office/drawing/2014/main" id="{57D71934-A725-1ECC-F245-AE423CC23F9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6">
              <a:extLst>
                <a:ext uri="{FF2B5EF4-FFF2-40B4-BE49-F238E27FC236}">
                  <a16:creationId xmlns:a16="http://schemas.microsoft.com/office/drawing/2014/main" id="{F6B0E021-D000-1236-A575-A760B9B32C9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7">
              <a:extLst>
                <a:ext uri="{FF2B5EF4-FFF2-40B4-BE49-F238E27FC236}">
                  <a16:creationId xmlns:a16="http://schemas.microsoft.com/office/drawing/2014/main" id="{0E690994-13B0-3077-B0D1-C90640DC2C3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8">
              <a:extLst>
                <a:ext uri="{FF2B5EF4-FFF2-40B4-BE49-F238E27FC236}">
                  <a16:creationId xmlns:a16="http://schemas.microsoft.com/office/drawing/2014/main" id="{C7FCDEE5-C799-86E6-2F4C-DCE74526AA4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9">
              <a:extLst>
                <a:ext uri="{FF2B5EF4-FFF2-40B4-BE49-F238E27FC236}">
                  <a16:creationId xmlns:a16="http://schemas.microsoft.com/office/drawing/2014/main" id="{F5F09C05-A3B1-4C26-E95D-15AC7D783B7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15701874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image lef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A9479C4F-FDCA-30FF-709F-81A00CD7238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07991" y="1484314"/>
            <a:ext cx="3600447" cy="4897436"/>
          </a:xfrm>
          <a:custGeom>
            <a:avLst/>
            <a:gdLst>
              <a:gd name="connsiteX0" fmla="*/ 285669 w 3600447"/>
              <a:gd name="connsiteY0" fmla="*/ 0 h 4897436"/>
              <a:gd name="connsiteX1" fmla="*/ 382107 w 3600447"/>
              <a:gd name="connsiteY1" fmla="*/ 0 h 4897436"/>
              <a:gd name="connsiteX2" fmla="*/ 3218340 w 3600447"/>
              <a:gd name="connsiteY2" fmla="*/ 0 h 4897436"/>
              <a:gd name="connsiteX3" fmla="*/ 3314778 w 3600447"/>
              <a:gd name="connsiteY3" fmla="*/ 0 h 4897436"/>
              <a:gd name="connsiteX4" fmla="*/ 3600447 w 3600447"/>
              <a:gd name="connsiteY4" fmla="*/ 285669 h 4897436"/>
              <a:gd name="connsiteX5" fmla="*/ 3600447 w 3600447"/>
              <a:gd name="connsiteY5" fmla="*/ 1935761 h 4897436"/>
              <a:gd name="connsiteX6" fmla="*/ 3600447 w 3600447"/>
              <a:gd name="connsiteY6" fmla="*/ 2961675 h 4897436"/>
              <a:gd name="connsiteX7" fmla="*/ 3600447 w 3600447"/>
              <a:gd name="connsiteY7" fmla="*/ 4611767 h 4897436"/>
              <a:gd name="connsiteX8" fmla="*/ 3314778 w 3600447"/>
              <a:gd name="connsiteY8" fmla="*/ 4897436 h 4897436"/>
              <a:gd name="connsiteX9" fmla="*/ 3218340 w 3600447"/>
              <a:gd name="connsiteY9" fmla="*/ 4897436 h 4897436"/>
              <a:gd name="connsiteX10" fmla="*/ 382107 w 3600447"/>
              <a:gd name="connsiteY10" fmla="*/ 4897436 h 4897436"/>
              <a:gd name="connsiteX11" fmla="*/ 285669 w 3600447"/>
              <a:gd name="connsiteY11" fmla="*/ 4897436 h 4897436"/>
              <a:gd name="connsiteX12" fmla="*/ 0 w 3600447"/>
              <a:gd name="connsiteY12" fmla="*/ 4611767 h 4897436"/>
              <a:gd name="connsiteX13" fmla="*/ 0 w 3600447"/>
              <a:gd name="connsiteY13" fmla="*/ 2961675 h 4897436"/>
              <a:gd name="connsiteX14" fmla="*/ 0 w 3600447"/>
              <a:gd name="connsiteY14" fmla="*/ 1935761 h 4897436"/>
              <a:gd name="connsiteX15" fmla="*/ 0 w 3600447"/>
              <a:gd name="connsiteY15" fmla="*/ 285669 h 4897436"/>
              <a:gd name="connsiteX16" fmla="*/ 285669 w 3600447"/>
              <a:gd name="connsiteY16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00447" h="4897436">
                <a:moveTo>
                  <a:pt x="285669" y="0"/>
                </a:moveTo>
                <a:lnTo>
                  <a:pt x="382107" y="0"/>
                </a:lnTo>
                <a:lnTo>
                  <a:pt x="3218340" y="0"/>
                </a:lnTo>
                <a:lnTo>
                  <a:pt x="3314778" y="0"/>
                </a:lnTo>
                <a:cubicBezTo>
                  <a:pt x="3472549" y="0"/>
                  <a:pt x="3600447" y="127898"/>
                  <a:pt x="3600447" y="285669"/>
                </a:cubicBezTo>
                <a:lnTo>
                  <a:pt x="3600447" y="1935761"/>
                </a:lnTo>
                <a:lnTo>
                  <a:pt x="3600447" y="2961675"/>
                </a:lnTo>
                <a:lnTo>
                  <a:pt x="3600447" y="4611767"/>
                </a:lnTo>
                <a:cubicBezTo>
                  <a:pt x="3600447" y="4769538"/>
                  <a:pt x="3472549" y="4897436"/>
                  <a:pt x="3314778" y="4897436"/>
                </a:cubicBezTo>
                <a:lnTo>
                  <a:pt x="3218340" y="4897436"/>
                </a:lnTo>
                <a:lnTo>
                  <a:pt x="382107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DF6F4B-1697-75DD-0D00-8453E80EECC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5771" y="1484312"/>
            <a:ext cx="7488238" cy="4897438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E1999-4726-4600-8B88-4A7F5C00CB35}" type="datetime1">
              <a:rPr lang="de-DE" smtClean="0"/>
              <a:t>28.06.26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AD0B-53D4-4473-89A4-0C9AC72707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942859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 image left blue">
    <p:bg>
      <p:bgPr>
        <a:gradFill>
          <a:gsLst>
            <a:gs pos="0">
              <a:schemeClr val="accent1"/>
            </a:gs>
            <a:gs pos="100000">
              <a:srgbClr val="3264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6" name="Bildplatzhalter 35">
            <a:extLst>
              <a:ext uri="{FF2B5EF4-FFF2-40B4-BE49-F238E27FC236}">
                <a16:creationId xmlns:a16="http://schemas.microsoft.com/office/drawing/2014/main" id="{2C0C633A-6EA5-DF36-9AE4-EA89978EDF2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12758" y="1484314"/>
            <a:ext cx="3600447" cy="4897436"/>
          </a:xfrm>
          <a:custGeom>
            <a:avLst/>
            <a:gdLst>
              <a:gd name="connsiteX0" fmla="*/ 285669 w 3600447"/>
              <a:gd name="connsiteY0" fmla="*/ 0 h 4897436"/>
              <a:gd name="connsiteX1" fmla="*/ 382107 w 3600447"/>
              <a:gd name="connsiteY1" fmla="*/ 0 h 4897436"/>
              <a:gd name="connsiteX2" fmla="*/ 3218340 w 3600447"/>
              <a:gd name="connsiteY2" fmla="*/ 0 h 4897436"/>
              <a:gd name="connsiteX3" fmla="*/ 3314778 w 3600447"/>
              <a:gd name="connsiteY3" fmla="*/ 0 h 4897436"/>
              <a:gd name="connsiteX4" fmla="*/ 3600447 w 3600447"/>
              <a:gd name="connsiteY4" fmla="*/ 285669 h 4897436"/>
              <a:gd name="connsiteX5" fmla="*/ 3600447 w 3600447"/>
              <a:gd name="connsiteY5" fmla="*/ 1935761 h 4897436"/>
              <a:gd name="connsiteX6" fmla="*/ 3600447 w 3600447"/>
              <a:gd name="connsiteY6" fmla="*/ 2961675 h 4897436"/>
              <a:gd name="connsiteX7" fmla="*/ 3600447 w 3600447"/>
              <a:gd name="connsiteY7" fmla="*/ 4611767 h 4897436"/>
              <a:gd name="connsiteX8" fmla="*/ 3314778 w 3600447"/>
              <a:gd name="connsiteY8" fmla="*/ 4897436 h 4897436"/>
              <a:gd name="connsiteX9" fmla="*/ 3218340 w 3600447"/>
              <a:gd name="connsiteY9" fmla="*/ 4897436 h 4897436"/>
              <a:gd name="connsiteX10" fmla="*/ 382107 w 3600447"/>
              <a:gd name="connsiteY10" fmla="*/ 4897436 h 4897436"/>
              <a:gd name="connsiteX11" fmla="*/ 285669 w 3600447"/>
              <a:gd name="connsiteY11" fmla="*/ 4897436 h 4897436"/>
              <a:gd name="connsiteX12" fmla="*/ 0 w 3600447"/>
              <a:gd name="connsiteY12" fmla="*/ 4611767 h 4897436"/>
              <a:gd name="connsiteX13" fmla="*/ 0 w 3600447"/>
              <a:gd name="connsiteY13" fmla="*/ 2961675 h 4897436"/>
              <a:gd name="connsiteX14" fmla="*/ 0 w 3600447"/>
              <a:gd name="connsiteY14" fmla="*/ 1935761 h 4897436"/>
              <a:gd name="connsiteX15" fmla="*/ 0 w 3600447"/>
              <a:gd name="connsiteY15" fmla="*/ 285669 h 4897436"/>
              <a:gd name="connsiteX16" fmla="*/ 285669 w 3600447"/>
              <a:gd name="connsiteY16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00447" h="4897436">
                <a:moveTo>
                  <a:pt x="285669" y="0"/>
                </a:moveTo>
                <a:lnTo>
                  <a:pt x="382107" y="0"/>
                </a:lnTo>
                <a:lnTo>
                  <a:pt x="3218340" y="0"/>
                </a:lnTo>
                <a:lnTo>
                  <a:pt x="3314778" y="0"/>
                </a:lnTo>
                <a:cubicBezTo>
                  <a:pt x="3472549" y="0"/>
                  <a:pt x="3600447" y="127898"/>
                  <a:pt x="3600447" y="285669"/>
                </a:cubicBezTo>
                <a:lnTo>
                  <a:pt x="3600447" y="1935761"/>
                </a:lnTo>
                <a:lnTo>
                  <a:pt x="3600447" y="2961675"/>
                </a:lnTo>
                <a:lnTo>
                  <a:pt x="3600447" y="4611767"/>
                </a:lnTo>
                <a:cubicBezTo>
                  <a:pt x="3600447" y="4769538"/>
                  <a:pt x="3472549" y="4897436"/>
                  <a:pt x="3314778" y="4897436"/>
                </a:cubicBezTo>
                <a:lnTo>
                  <a:pt x="3218340" y="4897436"/>
                </a:lnTo>
                <a:lnTo>
                  <a:pt x="382107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DF6F4B-1697-75DD-0D00-8453E80EECC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5775" y="1484312"/>
            <a:ext cx="7488238" cy="4897438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28.06.26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45FD5F3D-C999-9160-E266-789991D24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7" name="Gruppieren 14">
            <a:extLst>
              <a:ext uri="{FF2B5EF4-FFF2-40B4-BE49-F238E27FC236}">
                <a16:creationId xmlns:a16="http://schemas.microsoft.com/office/drawing/2014/main" id="{91B323F1-4715-CFC3-807E-239EE9263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872D97ED-F73E-1186-9798-C3CF27D7A8C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8">
              <a:extLst>
                <a:ext uri="{FF2B5EF4-FFF2-40B4-BE49-F238E27FC236}">
                  <a16:creationId xmlns:a16="http://schemas.microsoft.com/office/drawing/2014/main" id="{E6F5F1F3-EE93-DDAA-CBBA-6269AE7D82D4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Rectangle 9">
              <a:extLst>
                <a:ext uri="{FF2B5EF4-FFF2-40B4-BE49-F238E27FC236}">
                  <a16:creationId xmlns:a16="http://schemas.microsoft.com/office/drawing/2014/main" id="{0D26AEB2-3A52-AA11-5E7F-74B5C33CA63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0">
              <a:extLst>
                <a:ext uri="{FF2B5EF4-FFF2-40B4-BE49-F238E27FC236}">
                  <a16:creationId xmlns:a16="http://schemas.microsoft.com/office/drawing/2014/main" id="{9D48FF9E-F4D7-10DB-E523-5306B72CC8C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1">
              <a:extLst>
                <a:ext uri="{FF2B5EF4-FFF2-40B4-BE49-F238E27FC236}">
                  <a16:creationId xmlns:a16="http://schemas.microsoft.com/office/drawing/2014/main" id="{E5DB7D4C-B37F-5DDB-541C-A999CB8A379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2">
              <a:extLst>
                <a:ext uri="{FF2B5EF4-FFF2-40B4-BE49-F238E27FC236}">
                  <a16:creationId xmlns:a16="http://schemas.microsoft.com/office/drawing/2014/main" id="{719C98EF-E86D-4796-0EC8-51FAFAB749F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E17DDF5D-C814-6DF2-D434-3FAFA595382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5F7A2C3A-68AA-62B4-7238-59776858333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8C81D452-0084-23ED-8650-369F1F6847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F101A09B-BEF2-8225-C637-5A41059E161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99DA4316-8E12-8903-2B1F-4451D777E50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EBE6D0E7-C69D-C3CF-D0C7-BAB2BECC23C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9">
              <a:extLst>
                <a:ext uri="{FF2B5EF4-FFF2-40B4-BE49-F238E27FC236}">
                  <a16:creationId xmlns:a16="http://schemas.microsoft.com/office/drawing/2014/main" id="{90AC8359-138F-956E-7FA2-B6C7B8A747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0">
              <a:extLst>
                <a:ext uri="{FF2B5EF4-FFF2-40B4-BE49-F238E27FC236}">
                  <a16:creationId xmlns:a16="http://schemas.microsoft.com/office/drawing/2014/main" id="{E317DFFE-CAB6-D753-96E5-119BA656B3C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1">
              <a:extLst>
                <a:ext uri="{FF2B5EF4-FFF2-40B4-BE49-F238E27FC236}">
                  <a16:creationId xmlns:a16="http://schemas.microsoft.com/office/drawing/2014/main" id="{96BBCB4E-5B7C-A313-5835-F441F43B778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2">
              <a:extLst>
                <a:ext uri="{FF2B5EF4-FFF2-40B4-BE49-F238E27FC236}">
                  <a16:creationId xmlns:a16="http://schemas.microsoft.com/office/drawing/2014/main" id="{FF3EA0D5-01ED-7015-6A74-728EBDEACA3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3">
              <a:extLst>
                <a:ext uri="{FF2B5EF4-FFF2-40B4-BE49-F238E27FC236}">
                  <a16:creationId xmlns:a16="http://schemas.microsoft.com/office/drawing/2014/main" id="{264BB21C-9235-2148-BD14-551485E50C9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4">
              <a:extLst>
                <a:ext uri="{FF2B5EF4-FFF2-40B4-BE49-F238E27FC236}">
                  <a16:creationId xmlns:a16="http://schemas.microsoft.com/office/drawing/2014/main" id="{260BEC4F-F089-FF3D-88A7-EF5FE0FA8F6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5">
              <a:extLst>
                <a:ext uri="{FF2B5EF4-FFF2-40B4-BE49-F238E27FC236}">
                  <a16:creationId xmlns:a16="http://schemas.microsoft.com/office/drawing/2014/main" id="{47464F79-E667-E917-0ADF-73287F4940E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6">
              <a:extLst>
                <a:ext uri="{FF2B5EF4-FFF2-40B4-BE49-F238E27FC236}">
                  <a16:creationId xmlns:a16="http://schemas.microsoft.com/office/drawing/2014/main" id="{E3E7007D-70DC-23F0-CE9F-93CD9E17A74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7">
              <a:extLst>
                <a:ext uri="{FF2B5EF4-FFF2-40B4-BE49-F238E27FC236}">
                  <a16:creationId xmlns:a16="http://schemas.microsoft.com/office/drawing/2014/main" id="{33995CED-F315-0E08-4DC8-4EF412A1DC3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8">
              <a:extLst>
                <a:ext uri="{FF2B5EF4-FFF2-40B4-BE49-F238E27FC236}">
                  <a16:creationId xmlns:a16="http://schemas.microsoft.com/office/drawing/2014/main" id="{9F7DA2BD-3335-61F5-B63F-3B7240CF25C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9">
              <a:extLst>
                <a:ext uri="{FF2B5EF4-FFF2-40B4-BE49-F238E27FC236}">
                  <a16:creationId xmlns:a16="http://schemas.microsoft.com/office/drawing/2014/main" id="{0DC7AC69-5AA5-DE03-8BBA-729AF85BB7A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37557627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image righ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421D3D73-D2B7-AB71-388C-060C689CC1BF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407987" y="1484314"/>
            <a:ext cx="5543547" cy="4897436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1BE8AC1E-D077-8096-E2FE-BF266A43AF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40463" y="1484314"/>
            <a:ext cx="5543547" cy="4897436"/>
          </a:xfrm>
          <a:custGeom>
            <a:avLst/>
            <a:gdLst>
              <a:gd name="connsiteX0" fmla="*/ 285669 w 5543547"/>
              <a:gd name="connsiteY0" fmla="*/ 0 h 4897436"/>
              <a:gd name="connsiteX1" fmla="*/ 357203 w 5543547"/>
              <a:gd name="connsiteY1" fmla="*/ 0 h 4897436"/>
              <a:gd name="connsiteX2" fmla="*/ 2253673 w 5543547"/>
              <a:gd name="connsiteY2" fmla="*/ 0 h 4897436"/>
              <a:gd name="connsiteX3" fmla="*/ 2325207 w 5543547"/>
              <a:gd name="connsiteY3" fmla="*/ 0 h 4897436"/>
              <a:gd name="connsiteX4" fmla="*/ 3218340 w 5543547"/>
              <a:gd name="connsiteY4" fmla="*/ 0 h 4897436"/>
              <a:gd name="connsiteX5" fmla="*/ 3289874 w 5543547"/>
              <a:gd name="connsiteY5" fmla="*/ 0 h 4897436"/>
              <a:gd name="connsiteX6" fmla="*/ 5186344 w 5543547"/>
              <a:gd name="connsiteY6" fmla="*/ 0 h 4897436"/>
              <a:gd name="connsiteX7" fmla="*/ 5257878 w 5543547"/>
              <a:gd name="connsiteY7" fmla="*/ 0 h 4897436"/>
              <a:gd name="connsiteX8" fmla="*/ 5543547 w 5543547"/>
              <a:gd name="connsiteY8" fmla="*/ 285669 h 4897436"/>
              <a:gd name="connsiteX9" fmla="*/ 5543547 w 5543547"/>
              <a:gd name="connsiteY9" fmla="*/ 1935761 h 4897436"/>
              <a:gd name="connsiteX10" fmla="*/ 5543547 w 5543547"/>
              <a:gd name="connsiteY10" fmla="*/ 2961675 h 4897436"/>
              <a:gd name="connsiteX11" fmla="*/ 5543547 w 5543547"/>
              <a:gd name="connsiteY11" fmla="*/ 4611767 h 4897436"/>
              <a:gd name="connsiteX12" fmla="*/ 5257878 w 5543547"/>
              <a:gd name="connsiteY12" fmla="*/ 4897436 h 4897436"/>
              <a:gd name="connsiteX13" fmla="*/ 5186344 w 5543547"/>
              <a:gd name="connsiteY13" fmla="*/ 4897436 h 4897436"/>
              <a:gd name="connsiteX14" fmla="*/ 3289874 w 5543547"/>
              <a:gd name="connsiteY14" fmla="*/ 4897436 h 4897436"/>
              <a:gd name="connsiteX15" fmla="*/ 3218340 w 5543547"/>
              <a:gd name="connsiteY15" fmla="*/ 4897436 h 4897436"/>
              <a:gd name="connsiteX16" fmla="*/ 2325207 w 5543547"/>
              <a:gd name="connsiteY16" fmla="*/ 4897436 h 4897436"/>
              <a:gd name="connsiteX17" fmla="*/ 2253673 w 5543547"/>
              <a:gd name="connsiteY17" fmla="*/ 4897436 h 4897436"/>
              <a:gd name="connsiteX18" fmla="*/ 357203 w 5543547"/>
              <a:gd name="connsiteY18" fmla="*/ 4897436 h 4897436"/>
              <a:gd name="connsiteX19" fmla="*/ 285669 w 5543547"/>
              <a:gd name="connsiteY19" fmla="*/ 4897436 h 4897436"/>
              <a:gd name="connsiteX20" fmla="*/ 0 w 5543547"/>
              <a:gd name="connsiteY20" fmla="*/ 4611767 h 4897436"/>
              <a:gd name="connsiteX21" fmla="*/ 0 w 5543547"/>
              <a:gd name="connsiteY21" fmla="*/ 2961675 h 4897436"/>
              <a:gd name="connsiteX22" fmla="*/ 0 w 5543547"/>
              <a:gd name="connsiteY22" fmla="*/ 1935761 h 4897436"/>
              <a:gd name="connsiteX23" fmla="*/ 0 w 5543547"/>
              <a:gd name="connsiteY23" fmla="*/ 285669 h 4897436"/>
              <a:gd name="connsiteX24" fmla="*/ 285669 w 5543547"/>
              <a:gd name="connsiteY24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543547" h="4897436">
                <a:moveTo>
                  <a:pt x="285669" y="0"/>
                </a:moveTo>
                <a:lnTo>
                  <a:pt x="357203" y="0"/>
                </a:lnTo>
                <a:lnTo>
                  <a:pt x="2253673" y="0"/>
                </a:lnTo>
                <a:lnTo>
                  <a:pt x="2325207" y="0"/>
                </a:lnTo>
                <a:lnTo>
                  <a:pt x="3218340" y="0"/>
                </a:lnTo>
                <a:lnTo>
                  <a:pt x="3289874" y="0"/>
                </a:lnTo>
                <a:lnTo>
                  <a:pt x="5186344" y="0"/>
                </a:lnTo>
                <a:lnTo>
                  <a:pt x="5257878" y="0"/>
                </a:lnTo>
                <a:cubicBezTo>
                  <a:pt x="5415649" y="0"/>
                  <a:pt x="5543547" y="127898"/>
                  <a:pt x="5543547" y="285669"/>
                </a:cubicBezTo>
                <a:lnTo>
                  <a:pt x="5543547" y="1935761"/>
                </a:lnTo>
                <a:lnTo>
                  <a:pt x="5543547" y="2961675"/>
                </a:lnTo>
                <a:lnTo>
                  <a:pt x="5543547" y="4611767"/>
                </a:lnTo>
                <a:cubicBezTo>
                  <a:pt x="5543547" y="4769538"/>
                  <a:pt x="5415649" y="4897436"/>
                  <a:pt x="5257878" y="4897436"/>
                </a:cubicBezTo>
                <a:lnTo>
                  <a:pt x="5186344" y="4897436"/>
                </a:lnTo>
                <a:lnTo>
                  <a:pt x="3289874" y="4897436"/>
                </a:lnTo>
                <a:lnTo>
                  <a:pt x="3218340" y="4897436"/>
                </a:lnTo>
                <a:lnTo>
                  <a:pt x="2325207" y="4897436"/>
                </a:lnTo>
                <a:lnTo>
                  <a:pt x="2253673" y="4897436"/>
                </a:lnTo>
                <a:lnTo>
                  <a:pt x="357203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6D119F-689D-4112-94EF-BACCDDBAD45A}" type="datetime1">
              <a:rPr lang="de-DE" smtClean="0"/>
              <a:pPr/>
              <a:t>28.06.26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928989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 image right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421D3D73-D2B7-AB71-388C-060C689CC1BF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407987" y="1484314"/>
            <a:ext cx="5543551" cy="4897436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39" name="Bildplatzhalter 38">
            <a:extLst>
              <a:ext uri="{FF2B5EF4-FFF2-40B4-BE49-F238E27FC236}">
                <a16:creationId xmlns:a16="http://schemas.microsoft.com/office/drawing/2014/main" id="{02F5428E-2F1A-8EB2-DA5B-8AFEAE2D96D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40463" y="1484314"/>
            <a:ext cx="5543547" cy="4897436"/>
          </a:xfrm>
          <a:custGeom>
            <a:avLst/>
            <a:gdLst>
              <a:gd name="connsiteX0" fmla="*/ 285669 w 5543547"/>
              <a:gd name="connsiteY0" fmla="*/ 0 h 4897436"/>
              <a:gd name="connsiteX1" fmla="*/ 357203 w 5543547"/>
              <a:gd name="connsiteY1" fmla="*/ 0 h 4897436"/>
              <a:gd name="connsiteX2" fmla="*/ 2253673 w 5543547"/>
              <a:gd name="connsiteY2" fmla="*/ 0 h 4897436"/>
              <a:gd name="connsiteX3" fmla="*/ 2325207 w 5543547"/>
              <a:gd name="connsiteY3" fmla="*/ 0 h 4897436"/>
              <a:gd name="connsiteX4" fmla="*/ 3218340 w 5543547"/>
              <a:gd name="connsiteY4" fmla="*/ 0 h 4897436"/>
              <a:gd name="connsiteX5" fmla="*/ 3289874 w 5543547"/>
              <a:gd name="connsiteY5" fmla="*/ 0 h 4897436"/>
              <a:gd name="connsiteX6" fmla="*/ 5186344 w 5543547"/>
              <a:gd name="connsiteY6" fmla="*/ 0 h 4897436"/>
              <a:gd name="connsiteX7" fmla="*/ 5257878 w 5543547"/>
              <a:gd name="connsiteY7" fmla="*/ 0 h 4897436"/>
              <a:gd name="connsiteX8" fmla="*/ 5543547 w 5543547"/>
              <a:gd name="connsiteY8" fmla="*/ 285669 h 4897436"/>
              <a:gd name="connsiteX9" fmla="*/ 5543547 w 5543547"/>
              <a:gd name="connsiteY9" fmla="*/ 1935761 h 4897436"/>
              <a:gd name="connsiteX10" fmla="*/ 5543547 w 5543547"/>
              <a:gd name="connsiteY10" fmla="*/ 2961675 h 4897436"/>
              <a:gd name="connsiteX11" fmla="*/ 5543547 w 5543547"/>
              <a:gd name="connsiteY11" fmla="*/ 4611767 h 4897436"/>
              <a:gd name="connsiteX12" fmla="*/ 5257878 w 5543547"/>
              <a:gd name="connsiteY12" fmla="*/ 4897436 h 4897436"/>
              <a:gd name="connsiteX13" fmla="*/ 5186344 w 5543547"/>
              <a:gd name="connsiteY13" fmla="*/ 4897436 h 4897436"/>
              <a:gd name="connsiteX14" fmla="*/ 3289874 w 5543547"/>
              <a:gd name="connsiteY14" fmla="*/ 4897436 h 4897436"/>
              <a:gd name="connsiteX15" fmla="*/ 3218340 w 5543547"/>
              <a:gd name="connsiteY15" fmla="*/ 4897436 h 4897436"/>
              <a:gd name="connsiteX16" fmla="*/ 2325207 w 5543547"/>
              <a:gd name="connsiteY16" fmla="*/ 4897436 h 4897436"/>
              <a:gd name="connsiteX17" fmla="*/ 2253673 w 5543547"/>
              <a:gd name="connsiteY17" fmla="*/ 4897436 h 4897436"/>
              <a:gd name="connsiteX18" fmla="*/ 357203 w 5543547"/>
              <a:gd name="connsiteY18" fmla="*/ 4897436 h 4897436"/>
              <a:gd name="connsiteX19" fmla="*/ 285669 w 5543547"/>
              <a:gd name="connsiteY19" fmla="*/ 4897436 h 4897436"/>
              <a:gd name="connsiteX20" fmla="*/ 0 w 5543547"/>
              <a:gd name="connsiteY20" fmla="*/ 4611767 h 4897436"/>
              <a:gd name="connsiteX21" fmla="*/ 0 w 5543547"/>
              <a:gd name="connsiteY21" fmla="*/ 2961675 h 4897436"/>
              <a:gd name="connsiteX22" fmla="*/ 0 w 5543547"/>
              <a:gd name="connsiteY22" fmla="*/ 1935761 h 4897436"/>
              <a:gd name="connsiteX23" fmla="*/ 0 w 5543547"/>
              <a:gd name="connsiteY23" fmla="*/ 285669 h 4897436"/>
              <a:gd name="connsiteX24" fmla="*/ 285669 w 5543547"/>
              <a:gd name="connsiteY24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543547" h="4897436">
                <a:moveTo>
                  <a:pt x="285669" y="0"/>
                </a:moveTo>
                <a:lnTo>
                  <a:pt x="357203" y="0"/>
                </a:lnTo>
                <a:lnTo>
                  <a:pt x="2253673" y="0"/>
                </a:lnTo>
                <a:lnTo>
                  <a:pt x="2325207" y="0"/>
                </a:lnTo>
                <a:lnTo>
                  <a:pt x="3218340" y="0"/>
                </a:lnTo>
                <a:lnTo>
                  <a:pt x="3289874" y="0"/>
                </a:lnTo>
                <a:lnTo>
                  <a:pt x="5186344" y="0"/>
                </a:lnTo>
                <a:lnTo>
                  <a:pt x="5257878" y="0"/>
                </a:lnTo>
                <a:cubicBezTo>
                  <a:pt x="5415649" y="0"/>
                  <a:pt x="5543547" y="127898"/>
                  <a:pt x="5543547" y="285669"/>
                </a:cubicBezTo>
                <a:lnTo>
                  <a:pt x="5543547" y="1935761"/>
                </a:lnTo>
                <a:lnTo>
                  <a:pt x="5543547" y="2961675"/>
                </a:lnTo>
                <a:lnTo>
                  <a:pt x="5543547" y="4611767"/>
                </a:lnTo>
                <a:cubicBezTo>
                  <a:pt x="5543547" y="4769538"/>
                  <a:pt x="5415649" y="4897436"/>
                  <a:pt x="5257878" y="4897436"/>
                </a:cubicBezTo>
                <a:lnTo>
                  <a:pt x="5186344" y="4897436"/>
                </a:lnTo>
                <a:lnTo>
                  <a:pt x="3289874" y="4897436"/>
                </a:lnTo>
                <a:lnTo>
                  <a:pt x="3218340" y="4897436"/>
                </a:lnTo>
                <a:lnTo>
                  <a:pt x="2325207" y="4897436"/>
                </a:lnTo>
                <a:lnTo>
                  <a:pt x="2253673" y="4897436"/>
                </a:lnTo>
                <a:lnTo>
                  <a:pt x="357203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6D119F-689D-4112-94EF-BACCDDBAD45A}" type="datetime1">
              <a:rPr lang="de-DE" smtClean="0"/>
              <a:pPr/>
              <a:t>28.06.26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99C993E6-920F-E52C-98EC-CB30E5FDD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3" name="Gruppieren 14">
            <a:extLst>
              <a:ext uri="{FF2B5EF4-FFF2-40B4-BE49-F238E27FC236}">
                <a16:creationId xmlns:a16="http://schemas.microsoft.com/office/drawing/2014/main" id="{3A99825E-7B6A-E0FD-2901-88FF3E638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195E7989-B8C9-8878-4FAA-ED720035DA4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2" name="Rectangle 8">
              <a:extLst>
                <a:ext uri="{FF2B5EF4-FFF2-40B4-BE49-F238E27FC236}">
                  <a16:creationId xmlns:a16="http://schemas.microsoft.com/office/drawing/2014/main" id="{FD298B1C-A085-7174-B5E3-9D42111FD3EC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Rectangle 9">
              <a:extLst>
                <a:ext uri="{FF2B5EF4-FFF2-40B4-BE49-F238E27FC236}">
                  <a16:creationId xmlns:a16="http://schemas.microsoft.com/office/drawing/2014/main" id="{B87B0C27-82AA-5941-9BE5-0B771C65D3F0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0">
              <a:extLst>
                <a:ext uri="{FF2B5EF4-FFF2-40B4-BE49-F238E27FC236}">
                  <a16:creationId xmlns:a16="http://schemas.microsoft.com/office/drawing/2014/main" id="{BBD12B44-732C-73DA-2BFD-644B5D8D9D7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1">
              <a:extLst>
                <a:ext uri="{FF2B5EF4-FFF2-40B4-BE49-F238E27FC236}">
                  <a16:creationId xmlns:a16="http://schemas.microsoft.com/office/drawing/2014/main" id="{8DED87BF-964E-352D-8C8A-B8B04B1396F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2">
              <a:extLst>
                <a:ext uri="{FF2B5EF4-FFF2-40B4-BE49-F238E27FC236}">
                  <a16:creationId xmlns:a16="http://schemas.microsoft.com/office/drawing/2014/main" id="{6CEA28DC-EC43-BB8A-1C9F-D1A1A2DCD45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DD9C1921-D721-920C-6F61-8774A285A2A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C38FEF6D-8648-5A42-ECD9-CED574B6B8E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C45DE98A-55DE-8680-C428-971A58F739C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C761EBE5-3D53-FBE3-F57B-58342E93D21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FEEFA2AB-6AD6-4B7E-8886-8A029B28621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C92ABC53-E825-EC78-AD45-91A339AE373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9">
              <a:extLst>
                <a:ext uri="{FF2B5EF4-FFF2-40B4-BE49-F238E27FC236}">
                  <a16:creationId xmlns:a16="http://schemas.microsoft.com/office/drawing/2014/main" id="{A83C0B1D-C043-014C-E3E6-DEA1A4F938B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0">
              <a:extLst>
                <a:ext uri="{FF2B5EF4-FFF2-40B4-BE49-F238E27FC236}">
                  <a16:creationId xmlns:a16="http://schemas.microsoft.com/office/drawing/2014/main" id="{C0D170F1-417D-4BCE-EDBD-EA90DCEE094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1">
              <a:extLst>
                <a:ext uri="{FF2B5EF4-FFF2-40B4-BE49-F238E27FC236}">
                  <a16:creationId xmlns:a16="http://schemas.microsoft.com/office/drawing/2014/main" id="{CDBC70D8-700C-EA9F-BC57-948F06A3F95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2">
              <a:extLst>
                <a:ext uri="{FF2B5EF4-FFF2-40B4-BE49-F238E27FC236}">
                  <a16:creationId xmlns:a16="http://schemas.microsoft.com/office/drawing/2014/main" id="{11E1FE9D-9352-7299-E61E-67061F0CC1A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3">
              <a:extLst>
                <a:ext uri="{FF2B5EF4-FFF2-40B4-BE49-F238E27FC236}">
                  <a16:creationId xmlns:a16="http://schemas.microsoft.com/office/drawing/2014/main" id="{59EDD030-9510-39DB-2CA0-FF2121BBFED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4">
              <a:extLst>
                <a:ext uri="{FF2B5EF4-FFF2-40B4-BE49-F238E27FC236}">
                  <a16:creationId xmlns:a16="http://schemas.microsoft.com/office/drawing/2014/main" id="{CD22982E-9E8A-F39F-D743-2236EE9A533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5">
              <a:extLst>
                <a:ext uri="{FF2B5EF4-FFF2-40B4-BE49-F238E27FC236}">
                  <a16:creationId xmlns:a16="http://schemas.microsoft.com/office/drawing/2014/main" id="{4F05673D-CF4F-CDFE-4BB4-294DA2ECB16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6">
              <a:extLst>
                <a:ext uri="{FF2B5EF4-FFF2-40B4-BE49-F238E27FC236}">
                  <a16:creationId xmlns:a16="http://schemas.microsoft.com/office/drawing/2014/main" id="{2233C9E5-6CC8-63D4-B576-81CCFC0498F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7">
              <a:extLst>
                <a:ext uri="{FF2B5EF4-FFF2-40B4-BE49-F238E27FC236}">
                  <a16:creationId xmlns:a16="http://schemas.microsoft.com/office/drawing/2014/main" id="{8FD80DE1-6CC0-665C-3677-2AD96C61B18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8">
              <a:extLst>
                <a:ext uri="{FF2B5EF4-FFF2-40B4-BE49-F238E27FC236}">
                  <a16:creationId xmlns:a16="http://schemas.microsoft.com/office/drawing/2014/main" id="{5B8A2B13-D1E7-A8F7-3173-2A2872C9A4F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9">
              <a:extLst>
                <a:ext uri="{FF2B5EF4-FFF2-40B4-BE49-F238E27FC236}">
                  <a16:creationId xmlns:a16="http://schemas.microsoft.com/office/drawing/2014/main" id="{C3AA5AC8-C3DB-6F7A-21A2-44E2F15CC22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4444881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image lef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1BE8AC1E-D077-8096-E2FE-BF266A43AF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07991" y="1484314"/>
            <a:ext cx="5543547" cy="4897436"/>
          </a:xfrm>
          <a:custGeom>
            <a:avLst/>
            <a:gdLst>
              <a:gd name="connsiteX0" fmla="*/ 285669 w 5543547"/>
              <a:gd name="connsiteY0" fmla="*/ 0 h 4897436"/>
              <a:gd name="connsiteX1" fmla="*/ 357203 w 5543547"/>
              <a:gd name="connsiteY1" fmla="*/ 0 h 4897436"/>
              <a:gd name="connsiteX2" fmla="*/ 2253673 w 5543547"/>
              <a:gd name="connsiteY2" fmla="*/ 0 h 4897436"/>
              <a:gd name="connsiteX3" fmla="*/ 2325207 w 5543547"/>
              <a:gd name="connsiteY3" fmla="*/ 0 h 4897436"/>
              <a:gd name="connsiteX4" fmla="*/ 3218340 w 5543547"/>
              <a:gd name="connsiteY4" fmla="*/ 0 h 4897436"/>
              <a:gd name="connsiteX5" fmla="*/ 3289874 w 5543547"/>
              <a:gd name="connsiteY5" fmla="*/ 0 h 4897436"/>
              <a:gd name="connsiteX6" fmla="*/ 5186344 w 5543547"/>
              <a:gd name="connsiteY6" fmla="*/ 0 h 4897436"/>
              <a:gd name="connsiteX7" fmla="*/ 5257878 w 5543547"/>
              <a:gd name="connsiteY7" fmla="*/ 0 h 4897436"/>
              <a:gd name="connsiteX8" fmla="*/ 5543547 w 5543547"/>
              <a:gd name="connsiteY8" fmla="*/ 285669 h 4897436"/>
              <a:gd name="connsiteX9" fmla="*/ 5543547 w 5543547"/>
              <a:gd name="connsiteY9" fmla="*/ 1935761 h 4897436"/>
              <a:gd name="connsiteX10" fmla="*/ 5543547 w 5543547"/>
              <a:gd name="connsiteY10" fmla="*/ 2961675 h 4897436"/>
              <a:gd name="connsiteX11" fmla="*/ 5543547 w 5543547"/>
              <a:gd name="connsiteY11" fmla="*/ 4611767 h 4897436"/>
              <a:gd name="connsiteX12" fmla="*/ 5257878 w 5543547"/>
              <a:gd name="connsiteY12" fmla="*/ 4897436 h 4897436"/>
              <a:gd name="connsiteX13" fmla="*/ 5186344 w 5543547"/>
              <a:gd name="connsiteY13" fmla="*/ 4897436 h 4897436"/>
              <a:gd name="connsiteX14" fmla="*/ 3289874 w 5543547"/>
              <a:gd name="connsiteY14" fmla="*/ 4897436 h 4897436"/>
              <a:gd name="connsiteX15" fmla="*/ 3218340 w 5543547"/>
              <a:gd name="connsiteY15" fmla="*/ 4897436 h 4897436"/>
              <a:gd name="connsiteX16" fmla="*/ 2325207 w 5543547"/>
              <a:gd name="connsiteY16" fmla="*/ 4897436 h 4897436"/>
              <a:gd name="connsiteX17" fmla="*/ 2253673 w 5543547"/>
              <a:gd name="connsiteY17" fmla="*/ 4897436 h 4897436"/>
              <a:gd name="connsiteX18" fmla="*/ 357203 w 5543547"/>
              <a:gd name="connsiteY18" fmla="*/ 4897436 h 4897436"/>
              <a:gd name="connsiteX19" fmla="*/ 285669 w 5543547"/>
              <a:gd name="connsiteY19" fmla="*/ 4897436 h 4897436"/>
              <a:gd name="connsiteX20" fmla="*/ 0 w 5543547"/>
              <a:gd name="connsiteY20" fmla="*/ 4611767 h 4897436"/>
              <a:gd name="connsiteX21" fmla="*/ 0 w 5543547"/>
              <a:gd name="connsiteY21" fmla="*/ 2961675 h 4897436"/>
              <a:gd name="connsiteX22" fmla="*/ 0 w 5543547"/>
              <a:gd name="connsiteY22" fmla="*/ 1935761 h 4897436"/>
              <a:gd name="connsiteX23" fmla="*/ 0 w 5543547"/>
              <a:gd name="connsiteY23" fmla="*/ 285669 h 4897436"/>
              <a:gd name="connsiteX24" fmla="*/ 285669 w 5543547"/>
              <a:gd name="connsiteY24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543547" h="4897436">
                <a:moveTo>
                  <a:pt x="285669" y="0"/>
                </a:moveTo>
                <a:lnTo>
                  <a:pt x="357203" y="0"/>
                </a:lnTo>
                <a:lnTo>
                  <a:pt x="2253673" y="0"/>
                </a:lnTo>
                <a:lnTo>
                  <a:pt x="2325207" y="0"/>
                </a:lnTo>
                <a:lnTo>
                  <a:pt x="3218340" y="0"/>
                </a:lnTo>
                <a:lnTo>
                  <a:pt x="3289874" y="0"/>
                </a:lnTo>
                <a:lnTo>
                  <a:pt x="5186344" y="0"/>
                </a:lnTo>
                <a:lnTo>
                  <a:pt x="5257878" y="0"/>
                </a:lnTo>
                <a:cubicBezTo>
                  <a:pt x="5415649" y="0"/>
                  <a:pt x="5543547" y="127898"/>
                  <a:pt x="5543547" y="285669"/>
                </a:cubicBezTo>
                <a:lnTo>
                  <a:pt x="5543547" y="1935761"/>
                </a:lnTo>
                <a:lnTo>
                  <a:pt x="5543547" y="2961675"/>
                </a:lnTo>
                <a:lnTo>
                  <a:pt x="5543547" y="4611767"/>
                </a:lnTo>
                <a:cubicBezTo>
                  <a:pt x="5543547" y="4769538"/>
                  <a:pt x="5415649" y="4897436"/>
                  <a:pt x="5257878" y="4897436"/>
                </a:cubicBezTo>
                <a:lnTo>
                  <a:pt x="5186344" y="4897436"/>
                </a:lnTo>
                <a:lnTo>
                  <a:pt x="3289874" y="4897436"/>
                </a:lnTo>
                <a:lnTo>
                  <a:pt x="3218340" y="4897436"/>
                </a:lnTo>
                <a:lnTo>
                  <a:pt x="2325207" y="4897436"/>
                </a:lnTo>
                <a:lnTo>
                  <a:pt x="2253673" y="4897436"/>
                </a:lnTo>
                <a:lnTo>
                  <a:pt x="357203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421D3D73-D2B7-AB71-388C-060C689CC1BF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6240466" y="1484314"/>
            <a:ext cx="5543547" cy="4897436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6D119F-689D-4112-94EF-BACCDDBAD45A}" type="datetime1">
              <a:rPr lang="de-DE" smtClean="0"/>
              <a:pPr/>
              <a:t>28.06.26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045583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 image left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9" name="Bildplatzhalter 38">
            <a:extLst>
              <a:ext uri="{FF2B5EF4-FFF2-40B4-BE49-F238E27FC236}">
                <a16:creationId xmlns:a16="http://schemas.microsoft.com/office/drawing/2014/main" id="{02F5428E-2F1A-8EB2-DA5B-8AFEAE2D96D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07987" y="1484314"/>
            <a:ext cx="5543547" cy="4897436"/>
          </a:xfrm>
          <a:custGeom>
            <a:avLst/>
            <a:gdLst>
              <a:gd name="connsiteX0" fmla="*/ 285669 w 5543547"/>
              <a:gd name="connsiteY0" fmla="*/ 0 h 4897436"/>
              <a:gd name="connsiteX1" fmla="*/ 357203 w 5543547"/>
              <a:gd name="connsiteY1" fmla="*/ 0 h 4897436"/>
              <a:gd name="connsiteX2" fmla="*/ 2253673 w 5543547"/>
              <a:gd name="connsiteY2" fmla="*/ 0 h 4897436"/>
              <a:gd name="connsiteX3" fmla="*/ 2325207 w 5543547"/>
              <a:gd name="connsiteY3" fmla="*/ 0 h 4897436"/>
              <a:gd name="connsiteX4" fmla="*/ 3218340 w 5543547"/>
              <a:gd name="connsiteY4" fmla="*/ 0 h 4897436"/>
              <a:gd name="connsiteX5" fmla="*/ 3289874 w 5543547"/>
              <a:gd name="connsiteY5" fmla="*/ 0 h 4897436"/>
              <a:gd name="connsiteX6" fmla="*/ 5186344 w 5543547"/>
              <a:gd name="connsiteY6" fmla="*/ 0 h 4897436"/>
              <a:gd name="connsiteX7" fmla="*/ 5257878 w 5543547"/>
              <a:gd name="connsiteY7" fmla="*/ 0 h 4897436"/>
              <a:gd name="connsiteX8" fmla="*/ 5543547 w 5543547"/>
              <a:gd name="connsiteY8" fmla="*/ 285669 h 4897436"/>
              <a:gd name="connsiteX9" fmla="*/ 5543547 w 5543547"/>
              <a:gd name="connsiteY9" fmla="*/ 1935761 h 4897436"/>
              <a:gd name="connsiteX10" fmla="*/ 5543547 w 5543547"/>
              <a:gd name="connsiteY10" fmla="*/ 2961675 h 4897436"/>
              <a:gd name="connsiteX11" fmla="*/ 5543547 w 5543547"/>
              <a:gd name="connsiteY11" fmla="*/ 4611767 h 4897436"/>
              <a:gd name="connsiteX12" fmla="*/ 5257878 w 5543547"/>
              <a:gd name="connsiteY12" fmla="*/ 4897436 h 4897436"/>
              <a:gd name="connsiteX13" fmla="*/ 5186344 w 5543547"/>
              <a:gd name="connsiteY13" fmla="*/ 4897436 h 4897436"/>
              <a:gd name="connsiteX14" fmla="*/ 3289874 w 5543547"/>
              <a:gd name="connsiteY14" fmla="*/ 4897436 h 4897436"/>
              <a:gd name="connsiteX15" fmla="*/ 3218340 w 5543547"/>
              <a:gd name="connsiteY15" fmla="*/ 4897436 h 4897436"/>
              <a:gd name="connsiteX16" fmla="*/ 2325207 w 5543547"/>
              <a:gd name="connsiteY16" fmla="*/ 4897436 h 4897436"/>
              <a:gd name="connsiteX17" fmla="*/ 2253673 w 5543547"/>
              <a:gd name="connsiteY17" fmla="*/ 4897436 h 4897436"/>
              <a:gd name="connsiteX18" fmla="*/ 357203 w 5543547"/>
              <a:gd name="connsiteY18" fmla="*/ 4897436 h 4897436"/>
              <a:gd name="connsiteX19" fmla="*/ 285669 w 5543547"/>
              <a:gd name="connsiteY19" fmla="*/ 4897436 h 4897436"/>
              <a:gd name="connsiteX20" fmla="*/ 0 w 5543547"/>
              <a:gd name="connsiteY20" fmla="*/ 4611767 h 4897436"/>
              <a:gd name="connsiteX21" fmla="*/ 0 w 5543547"/>
              <a:gd name="connsiteY21" fmla="*/ 2961675 h 4897436"/>
              <a:gd name="connsiteX22" fmla="*/ 0 w 5543547"/>
              <a:gd name="connsiteY22" fmla="*/ 1935761 h 4897436"/>
              <a:gd name="connsiteX23" fmla="*/ 0 w 5543547"/>
              <a:gd name="connsiteY23" fmla="*/ 285669 h 4897436"/>
              <a:gd name="connsiteX24" fmla="*/ 285669 w 5543547"/>
              <a:gd name="connsiteY24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543547" h="4897436">
                <a:moveTo>
                  <a:pt x="285669" y="0"/>
                </a:moveTo>
                <a:lnTo>
                  <a:pt x="357203" y="0"/>
                </a:lnTo>
                <a:lnTo>
                  <a:pt x="2253673" y="0"/>
                </a:lnTo>
                <a:lnTo>
                  <a:pt x="2325207" y="0"/>
                </a:lnTo>
                <a:lnTo>
                  <a:pt x="3218340" y="0"/>
                </a:lnTo>
                <a:lnTo>
                  <a:pt x="3289874" y="0"/>
                </a:lnTo>
                <a:lnTo>
                  <a:pt x="5186344" y="0"/>
                </a:lnTo>
                <a:lnTo>
                  <a:pt x="5257878" y="0"/>
                </a:lnTo>
                <a:cubicBezTo>
                  <a:pt x="5415649" y="0"/>
                  <a:pt x="5543547" y="127898"/>
                  <a:pt x="5543547" y="285669"/>
                </a:cubicBezTo>
                <a:lnTo>
                  <a:pt x="5543547" y="1935761"/>
                </a:lnTo>
                <a:lnTo>
                  <a:pt x="5543547" y="2961675"/>
                </a:lnTo>
                <a:lnTo>
                  <a:pt x="5543547" y="4611767"/>
                </a:lnTo>
                <a:cubicBezTo>
                  <a:pt x="5543547" y="4769538"/>
                  <a:pt x="5415649" y="4897436"/>
                  <a:pt x="5257878" y="4897436"/>
                </a:cubicBezTo>
                <a:lnTo>
                  <a:pt x="5186344" y="4897436"/>
                </a:lnTo>
                <a:lnTo>
                  <a:pt x="3289874" y="4897436"/>
                </a:lnTo>
                <a:lnTo>
                  <a:pt x="3218340" y="4897436"/>
                </a:lnTo>
                <a:lnTo>
                  <a:pt x="2325207" y="4897436"/>
                </a:lnTo>
                <a:lnTo>
                  <a:pt x="2253673" y="4897436"/>
                </a:lnTo>
                <a:lnTo>
                  <a:pt x="357203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421D3D73-D2B7-AB71-388C-060C689CC1BF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6240463" y="1484314"/>
            <a:ext cx="5543551" cy="4897436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6D119F-689D-4112-94EF-BACCDDBAD45A}" type="datetime1">
              <a:rPr lang="de-DE" smtClean="0"/>
              <a:pPr/>
              <a:t>28.06.26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99C993E6-920F-E52C-98EC-CB30E5FDD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3" name="Gruppieren 14">
            <a:extLst>
              <a:ext uri="{FF2B5EF4-FFF2-40B4-BE49-F238E27FC236}">
                <a16:creationId xmlns:a16="http://schemas.microsoft.com/office/drawing/2014/main" id="{795C6BFF-722A-74D6-7B84-2BEF68C3C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5BF5E3A5-DCE5-6650-5224-7EA0F14E26A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2" name="Rectangle 8">
              <a:extLst>
                <a:ext uri="{FF2B5EF4-FFF2-40B4-BE49-F238E27FC236}">
                  <a16:creationId xmlns:a16="http://schemas.microsoft.com/office/drawing/2014/main" id="{461ECB9E-3043-248A-4C5E-2C626538CDB1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Rectangle 9">
              <a:extLst>
                <a:ext uri="{FF2B5EF4-FFF2-40B4-BE49-F238E27FC236}">
                  <a16:creationId xmlns:a16="http://schemas.microsoft.com/office/drawing/2014/main" id="{46103400-4824-4DF6-465A-21DC6D35235E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0">
              <a:extLst>
                <a:ext uri="{FF2B5EF4-FFF2-40B4-BE49-F238E27FC236}">
                  <a16:creationId xmlns:a16="http://schemas.microsoft.com/office/drawing/2014/main" id="{3052C0C6-D6FE-6AC5-79E7-4595EFDB38A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1">
              <a:extLst>
                <a:ext uri="{FF2B5EF4-FFF2-40B4-BE49-F238E27FC236}">
                  <a16:creationId xmlns:a16="http://schemas.microsoft.com/office/drawing/2014/main" id="{A9AAB9A6-BA17-3494-3DEF-01A16AC9F0D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2">
              <a:extLst>
                <a:ext uri="{FF2B5EF4-FFF2-40B4-BE49-F238E27FC236}">
                  <a16:creationId xmlns:a16="http://schemas.microsoft.com/office/drawing/2014/main" id="{D8DE8513-B9FF-A49C-CE83-E59F609ADCF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4A806682-AD4A-F985-B90A-D80C2B0CA36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F8E02874-DA87-220A-94FF-4E93A021D3B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5BD77A8E-325F-7B59-86CC-0E480C8A358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E36AEC08-6965-57A9-B875-5625CA602A3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3668CB48-4122-7A08-F8F9-B39770FBE9E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46665557-048E-C33C-02E8-5E99392E708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9">
              <a:extLst>
                <a:ext uri="{FF2B5EF4-FFF2-40B4-BE49-F238E27FC236}">
                  <a16:creationId xmlns:a16="http://schemas.microsoft.com/office/drawing/2014/main" id="{1677B803-DF15-849B-589D-91C7936D7D0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0">
              <a:extLst>
                <a:ext uri="{FF2B5EF4-FFF2-40B4-BE49-F238E27FC236}">
                  <a16:creationId xmlns:a16="http://schemas.microsoft.com/office/drawing/2014/main" id="{9D0030B6-EAB8-96F6-CA54-0FC2F61200C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1">
              <a:extLst>
                <a:ext uri="{FF2B5EF4-FFF2-40B4-BE49-F238E27FC236}">
                  <a16:creationId xmlns:a16="http://schemas.microsoft.com/office/drawing/2014/main" id="{FB4AD1F2-3A6C-F71D-0319-453B50EF3AE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2">
              <a:extLst>
                <a:ext uri="{FF2B5EF4-FFF2-40B4-BE49-F238E27FC236}">
                  <a16:creationId xmlns:a16="http://schemas.microsoft.com/office/drawing/2014/main" id="{8995A21D-BF56-0037-2D56-248FFD1BF36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3">
              <a:extLst>
                <a:ext uri="{FF2B5EF4-FFF2-40B4-BE49-F238E27FC236}">
                  <a16:creationId xmlns:a16="http://schemas.microsoft.com/office/drawing/2014/main" id="{22D8C8D7-0B5C-1DA5-6942-7E0CEB7F205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4">
              <a:extLst>
                <a:ext uri="{FF2B5EF4-FFF2-40B4-BE49-F238E27FC236}">
                  <a16:creationId xmlns:a16="http://schemas.microsoft.com/office/drawing/2014/main" id="{AB83D7F9-CE40-A980-9881-6AF1D9E2B45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5">
              <a:extLst>
                <a:ext uri="{FF2B5EF4-FFF2-40B4-BE49-F238E27FC236}">
                  <a16:creationId xmlns:a16="http://schemas.microsoft.com/office/drawing/2014/main" id="{9BBF1F35-7D2E-D854-5452-B513B9B9CA6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6">
              <a:extLst>
                <a:ext uri="{FF2B5EF4-FFF2-40B4-BE49-F238E27FC236}">
                  <a16:creationId xmlns:a16="http://schemas.microsoft.com/office/drawing/2014/main" id="{4A339E82-3B4A-445E-5520-B989141D032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7">
              <a:extLst>
                <a:ext uri="{FF2B5EF4-FFF2-40B4-BE49-F238E27FC236}">
                  <a16:creationId xmlns:a16="http://schemas.microsoft.com/office/drawing/2014/main" id="{8D32922B-394E-7E8B-537C-77BCD904380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8">
              <a:extLst>
                <a:ext uri="{FF2B5EF4-FFF2-40B4-BE49-F238E27FC236}">
                  <a16:creationId xmlns:a16="http://schemas.microsoft.com/office/drawing/2014/main" id="{926BC213-6A06-E393-8B65-F5C90500DA7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9">
              <a:extLst>
                <a:ext uri="{FF2B5EF4-FFF2-40B4-BE49-F238E27FC236}">
                  <a16:creationId xmlns:a16="http://schemas.microsoft.com/office/drawing/2014/main" id="{3FF3EB89-D2A9-FFE5-6DDE-0F0A2245671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7679210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s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F94F17A-32D5-C51C-5C2B-3503D5CE4F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3DF3E4-E5A5-6024-A182-C6BB16AEB24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484312"/>
            <a:ext cx="5538788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F95798D-D3AF-7F77-EA72-568373D72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45226" y="1484312"/>
            <a:ext cx="5538788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39196C7-E992-43AB-8F76-578993D9CEAE}" type="datetime1">
              <a:rPr lang="de-DE" smtClean="0"/>
              <a:pPr/>
              <a:t>28.06.26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972854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contents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F4836234-3D1D-3182-9BB0-5BBD9B6A42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CBC7D96-82C2-1A0A-F46E-E381D1FE70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C28FCC8D-7929-4B59-8390-04C6C197848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484312"/>
            <a:ext cx="5538788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9FFBA01F-4E9D-52E6-DAED-6F52770EA474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45226" y="1484312"/>
            <a:ext cx="5538788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7C8D850-AF7E-8F4D-CEF3-B47C121EC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2558CD2-52FA-4D7C-A86C-723F48EB75AD}" type="datetime1">
              <a:rPr lang="de-DE" smtClean="0"/>
              <a:t>28.06.26</a:t>
            </a:fld>
            <a:endParaRPr lang="en-CA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9C0FBA-71BD-3026-F678-D62D69D42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4593F718-02FC-50D6-2400-9821D489B8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4" name="Gruppieren 14">
            <a:extLst>
              <a:ext uri="{FF2B5EF4-FFF2-40B4-BE49-F238E27FC236}">
                <a16:creationId xmlns:a16="http://schemas.microsoft.com/office/drawing/2014/main" id="{F0187871-FC33-2F6E-B121-23C036450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7524C6AA-7F91-22E2-AD88-83204D97D80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094B59A-FCB5-FA4C-8869-9497ECC03D4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EC3A73C-E553-D421-F245-087E0ED8A861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C5591742-09C3-1D5A-E5BD-F2F68024967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B11E7538-36F3-3999-A5F3-B8018DF0932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09D5614F-7EA7-CB89-DCEF-F18FE98A608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D14B0289-5021-35FB-FC47-56DD511945F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674C76FA-4195-990F-18E3-9775F5299C0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5">
              <a:extLst>
                <a:ext uri="{FF2B5EF4-FFF2-40B4-BE49-F238E27FC236}">
                  <a16:creationId xmlns:a16="http://schemas.microsoft.com/office/drawing/2014/main" id="{B72BA532-08B4-3070-8811-3713D323ADE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5BE85C07-5696-C90C-90EA-495C664263B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17">
              <a:extLst>
                <a:ext uri="{FF2B5EF4-FFF2-40B4-BE49-F238E27FC236}">
                  <a16:creationId xmlns:a16="http://schemas.microsoft.com/office/drawing/2014/main" id="{08A46122-5969-5217-24B7-CCDE04315C3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18">
              <a:extLst>
                <a:ext uri="{FF2B5EF4-FFF2-40B4-BE49-F238E27FC236}">
                  <a16:creationId xmlns:a16="http://schemas.microsoft.com/office/drawing/2014/main" id="{8412F5AF-EE66-8457-7C2D-BEE82025350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F1118D8C-84EA-E459-99AC-CC0315A9848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20">
              <a:extLst>
                <a:ext uri="{FF2B5EF4-FFF2-40B4-BE49-F238E27FC236}">
                  <a16:creationId xmlns:a16="http://schemas.microsoft.com/office/drawing/2014/main" id="{FA9AD4CF-03CA-7191-142C-E865FCDE9A5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21">
              <a:extLst>
                <a:ext uri="{FF2B5EF4-FFF2-40B4-BE49-F238E27FC236}">
                  <a16:creationId xmlns:a16="http://schemas.microsoft.com/office/drawing/2014/main" id="{EE5B62F2-3903-37E9-2658-20B5761DCB7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22">
              <a:extLst>
                <a:ext uri="{FF2B5EF4-FFF2-40B4-BE49-F238E27FC236}">
                  <a16:creationId xmlns:a16="http://schemas.microsoft.com/office/drawing/2014/main" id="{CD938BCE-BCAE-4E5D-8331-AA226685E17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23">
              <a:extLst>
                <a:ext uri="{FF2B5EF4-FFF2-40B4-BE49-F238E27FC236}">
                  <a16:creationId xmlns:a16="http://schemas.microsoft.com/office/drawing/2014/main" id="{C333672F-D4D8-E2A5-87CD-6D556049DCD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4">
              <a:extLst>
                <a:ext uri="{FF2B5EF4-FFF2-40B4-BE49-F238E27FC236}">
                  <a16:creationId xmlns:a16="http://schemas.microsoft.com/office/drawing/2014/main" id="{BF3BF6D9-578F-4DFA-3B49-5FBAA23130B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5">
              <a:extLst>
                <a:ext uri="{FF2B5EF4-FFF2-40B4-BE49-F238E27FC236}">
                  <a16:creationId xmlns:a16="http://schemas.microsoft.com/office/drawing/2014/main" id="{09EB08AD-9074-B5E0-99F2-A5B93CC7622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6">
              <a:extLst>
                <a:ext uri="{FF2B5EF4-FFF2-40B4-BE49-F238E27FC236}">
                  <a16:creationId xmlns:a16="http://schemas.microsoft.com/office/drawing/2014/main" id="{A20544A3-5F14-7CAD-E53F-D8A4E6B1823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7">
              <a:extLst>
                <a:ext uri="{FF2B5EF4-FFF2-40B4-BE49-F238E27FC236}">
                  <a16:creationId xmlns:a16="http://schemas.microsoft.com/office/drawing/2014/main" id="{20761339-87FE-7A54-9CA4-37DA63E498F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28">
              <a:extLst>
                <a:ext uri="{FF2B5EF4-FFF2-40B4-BE49-F238E27FC236}">
                  <a16:creationId xmlns:a16="http://schemas.microsoft.com/office/drawing/2014/main" id="{8190A420-6CA0-16E0-5D45-8F120C2C9A6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9">
              <a:extLst>
                <a:ext uri="{FF2B5EF4-FFF2-40B4-BE49-F238E27FC236}">
                  <a16:creationId xmlns:a16="http://schemas.microsoft.com/office/drawing/2014/main" id="{08AA097B-3A20-6FED-ECFC-B6D228AB017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36494361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s with subheadlin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F94F17A-32D5-C51C-5C2B-3503D5CE4F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4" name="Textplatzhalter 52">
            <a:extLst>
              <a:ext uri="{FF2B5EF4-FFF2-40B4-BE49-F238E27FC236}">
                <a16:creationId xmlns:a16="http://schemas.microsoft.com/office/drawing/2014/main" id="{D09A9ACB-20C1-8ADC-6CE5-9A102D9160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988" y="1485415"/>
            <a:ext cx="5538788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3DF3E4-E5A5-6024-A182-C6BB16AEB24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926307"/>
            <a:ext cx="5538788" cy="4455443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5" name="Textplatzhalter 52">
            <a:extLst>
              <a:ext uri="{FF2B5EF4-FFF2-40B4-BE49-F238E27FC236}">
                <a16:creationId xmlns:a16="http://schemas.microsoft.com/office/drawing/2014/main" id="{169E8F25-A699-ECFC-4807-B28AACA2155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45226" y="1485415"/>
            <a:ext cx="5538788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F95798D-D3AF-7F77-EA72-568373D72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45226" y="1926306"/>
            <a:ext cx="5538788" cy="4455443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6B37C8C-F68A-4E06-9922-6EEE86F126B4}" type="datetime1">
              <a:rPr lang="de-DE" smtClean="0"/>
              <a:pPr/>
              <a:t>28.06.26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3555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>
          <p15:clr>
            <a:srgbClr val="FBAE40"/>
          </p15:clr>
        </p15:guide>
        <p15:guide id="2" orient="horz" pos="1068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contents with subheadline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F94F17A-32D5-C51C-5C2B-3503D5CE4F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3" name="Textplatzhalter 52">
            <a:extLst>
              <a:ext uri="{FF2B5EF4-FFF2-40B4-BE49-F238E27FC236}">
                <a16:creationId xmlns:a16="http://schemas.microsoft.com/office/drawing/2014/main" id="{715122E0-A9D9-0BC6-443E-21ADD401CF6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988" y="1485415"/>
            <a:ext cx="5538788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FB21F7B3-A9F4-5A4B-0A04-CB915A4A726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926307"/>
            <a:ext cx="5538788" cy="4455443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9" name="Textplatzhalter 52">
            <a:extLst>
              <a:ext uri="{FF2B5EF4-FFF2-40B4-BE49-F238E27FC236}">
                <a16:creationId xmlns:a16="http://schemas.microsoft.com/office/drawing/2014/main" id="{16457A01-0A6D-2AAC-AA75-C86F26A046F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40463" y="1485415"/>
            <a:ext cx="5543549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2" name="Inhaltsplatzhalter 3">
            <a:extLst>
              <a:ext uri="{FF2B5EF4-FFF2-40B4-BE49-F238E27FC236}">
                <a16:creationId xmlns:a16="http://schemas.microsoft.com/office/drawing/2014/main" id="{0CF17633-EDA9-9B94-E0CD-422DCA0657B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40464" y="1926306"/>
            <a:ext cx="5543550" cy="4455443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B37C8C-F68A-4E06-9922-6EEE86F126B4}" type="datetime1">
              <a:rPr lang="de-DE" smtClean="0"/>
              <a:pPr/>
              <a:t>28.06.26</a:t>
            </a:fld>
            <a:endParaRPr lang="en-CA"/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91ED029C-FBA2-7F25-4159-04687CD57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6" name="Gruppieren 14">
            <a:extLst>
              <a:ext uri="{FF2B5EF4-FFF2-40B4-BE49-F238E27FC236}">
                <a16:creationId xmlns:a16="http://schemas.microsoft.com/office/drawing/2014/main" id="{742EC5A9-E8AE-E9B9-AE98-B56E2078DF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37D736AF-581A-ACD7-1540-1660EB27AA0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Rectangle 8">
              <a:extLst>
                <a:ext uri="{FF2B5EF4-FFF2-40B4-BE49-F238E27FC236}">
                  <a16:creationId xmlns:a16="http://schemas.microsoft.com/office/drawing/2014/main" id="{34872B78-4DC7-3C82-CC80-8617065935AC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Rectangle 9">
              <a:extLst>
                <a:ext uri="{FF2B5EF4-FFF2-40B4-BE49-F238E27FC236}">
                  <a16:creationId xmlns:a16="http://schemas.microsoft.com/office/drawing/2014/main" id="{61FDB7F7-F854-9144-DDE6-C637CDE2DAA1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0">
              <a:extLst>
                <a:ext uri="{FF2B5EF4-FFF2-40B4-BE49-F238E27FC236}">
                  <a16:creationId xmlns:a16="http://schemas.microsoft.com/office/drawing/2014/main" id="{CEA6CAF6-84A7-62A1-EC63-7CDB2D3BB0F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1">
              <a:extLst>
                <a:ext uri="{FF2B5EF4-FFF2-40B4-BE49-F238E27FC236}">
                  <a16:creationId xmlns:a16="http://schemas.microsoft.com/office/drawing/2014/main" id="{A0121064-4BA1-A0D5-F98B-4C9C65B15E1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2">
              <a:extLst>
                <a:ext uri="{FF2B5EF4-FFF2-40B4-BE49-F238E27FC236}">
                  <a16:creationId xmlns:a16="http://schemas.microsoft.com/office/drawing/2014/main" id="{AE627AAF-C69B-CDD8-CD2D-68562445716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3">
              <a:extLst>
                <a:ext uri="{FF2B5EF4-FFF2-40B4-BE49-F238E27FC236}">
                  <a16:creationId xmlns:a16="http://schemas.microsoft.com/office/drawing/2014/main" id="{0E7F2C9D-9BBF-7BBA-0761-FACB842A37B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4">
              <a:extLst>
                <a:ext uri="{FF2B5EF4-FFF2-40B4-BE49-F238E27FC236}">
                  <a16:creationId xmlns:a16="http://schemas.microsoft.com/office/drawing/2014/main" id="{9E092EE9-4F3B-FA6C-C063-772671594A9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5">
              <a:extLst>
                <a:ext uri="{FF2B5EF4-FFF2-40B4-BE49-F238E27FC236}">
                  <a16:creationId xmlns:a16="http://schemas.microsoft.com/office/drawing/2014/main" id="{2F3B1EF8-8E45-4B2B-DF3C-FF4808FEDFC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6">
              <a:extLst>
                <a:ext uri="{FF2B5EF4-FFF2-40B4-BE49-F238E27FC236}">
                  <a16:creationId xmlns:a16="http://schemas.microsoft.com/office/drawing/2014/main" id="{39A3E306-C368-0276-5CC8-3585326059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7">
              <a:extLst>
                <a:ext uri="{FF2B5EF4-FFF2-40B4-BE49-F238E27FC236}">
                  <a16:creationId xmlns:a16="http://schemas.microsoft.com/office/drawing/2014/main" id="{D00233EA-51CB-7CD0-7B2F-39D0AEF2F5B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8">
              <a:extLst>
                <a:ext uri="{FF2B5EF4-FFF2-40B4-BE49-F238E27FC236}">
                  <a16:creationId xmlns:a16="http://schemas.microsoft.com/office/drawing/2014/main" id="{55ED8B77-CA49-4CC0-E2F1-F3A58D83A9B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19">
              <a:extLst>
                <a:ext uri="{FF2B5EF4-FFF2-40B4-BE49-F238E27FC236}">
                  <a16:creationId xmlns:a16="http://schemas.microsoft.com/office/drawing/2014/main" id="{54B082B0-C060-D012-8873-4142D06C1DD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0">
              <a:extLst>
                <a:ext uri="{FF2B5EF4-FFF2-40B4-BE49-F238E27FC236}">
                  <a16:creationId xmlns:a16="http://schemas.microsoft.com/office/drawing/2014/main" id="{A61C8E3A-46A5-5B6F-4BF3-3EF69EA56D8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14E87872-A95B-FA41-368A-4A7892473E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BA7B12D6-FCE5-CEED-3CCF-1D8BAFEBA16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3">
              <a:extLst>
                <a:ext uri="{FF2B5EF4-FFF2-40B4-BE49-F238E27FC236}">
                  <a16:creationId xmlns:a16="http://schemas.microsoft.com/office/drawing/2014/main" id="{1A24FA47-114E-B1D4-29F3-CE5824495F9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4">
              <a:extLst>
                <a:ext uri="{FF2B5EF4-FFF2-40B4-BE49-F238E27FC236}">
                  <a16:creationId xmlns:a16="http://schemas.microsoft.com/office/drawing/2014/main" id="{A3D35E6A-9D19-0680-DBF1-E425356405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5">
              <a:extLst>
                <a:ext uri="{FF2B5EF4-FFF2-40B4-BE49-F238E27FC236}">
                  <a16:creationId xmlns:a16="http://schemas.microsoft.com/office/drawing/2014/main" id="{63352FAC-8A8F-CFF3-4339-685E1425426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6">
              <a:extLst>
                <a:ext uri="{FF2B5EF4-FFF2-40B4-BE49-F238E27FC236}">
                  <a16:creationId xmlns:a16="http://schemas.microsoft.com/office/drawing/2014/main" id="{726394E4-0E43-D26C-A794-785497CDE0F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7">
              <a:extLst>
                <a:ext uri="{FF2B5EF4-FFF2-40B4-BE49-F238E27FC236}">
                  <a16:creationId xmlns:a16="http://schemas.microsoft.com/office/drawing/2014/main" id="{A2C50C21-AD30-37B7-ADF1-F4C410125B0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8">
              <a:extLst>
                <a:ext uri="{FF2B5EF4-FFF2-40B4-BE49-F238E27FC236}">
                  <a16:creationId xmlns:a16="http://schemas.microsoft.com/office/drawing/2014/main" id="{200D7173-B94D-5B9D-E106-55F0A774E41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9">
              <a:extLst>
                <a:ext uri="{FF2B5EF4-FFF2-40B4-BE49-F238E27FC236}">
                  <a16:creationId xmlns:a16="http://schemas.microsoft.com/office/drawing/2014/main" id="{532AF3E2-18E0-DA7D-2853-F1DF0FD9529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2083158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3 contents + picture 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43">
            <a:extLst>
              <a:ext uri="{FF2B5EF4-FFF2-40B4-BE49-F238E27FC236}">
                <a16:creationId xmlns:a16="http://schemas.microsoft.com/office/drawing/2014/main" id="{BE2945CA-0C03-6ACD-8F41-8C62E88F5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0" y="0"/>
            <a:ext cx="12192000" cy="36576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9CDA8A8-1015-9B7B-654A-5E6F1DD92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3657600"/>
            <a:ext cx="12192000" cy="320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A89F6A-0E67-4481-8AD9-D887712E51A9}" type="datetime1">
              <a:rPr lang="de-DE" smtClean="0"/>
              <a:pPr/>
              <a:t>28.06.26</a:t>
            </a:fld>
            <a:endParaRPr lang="en-CA"/>
          </a:p>
        </p:txBody>
      </p:sp>
      <p:sp>
        <p:nvSpPr>
          <p:cNvPr id="47" name="Titel 46">
            <a:extLst>
              <a:ext uri="{FF2B5EF4-FFF2-40B4-BE49-F238E27FC236}">
                <a16:creationId xmlns:a16="http://schemas.microsoft.com/office/drawing/2014/main" id="{84B33954-CB87-B6B4-DC18-69C037BC4B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484313"/>
            <a:ext cx="10050812" cy="553998"/>
          </a:xfrm>
        </p:spPr>
        <p:txBody>
          <a:bodyPr vert="horz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53" name="Textplatzhalter 52">
            <a:extLst>
              <a:ext uri="{FF2B5EF4-FFF2-40B4-BE49-F238E27FC236}">
                <a16:creationId xmlns:a16="http://schemas.microsoft.com/office/drawing/2014/main" id="{753FD64C-7EAD-C2C7-3E96-AA2C42B2A26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988" y="3849561"/>
            <a:ext cx="360045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cap="none" baseline="0">
                <a:solidFill>
                  <a:srgbClr val="3264FF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From</a:t>
            </a:r>
          </a:p>
        </p:txBody>
      </p:sp>
      <p:sp>
        <p:nvSpPr>
          <p:cNvPr id="40" name="Inhaltsplatzhalter 39">
            <a:extLst>
              <a:ext uri="{FF2B5EF4-FFF2-40B4-BE49-F238E27FC236}">
                <a16:creationId xmlns:a16="http://schemas.microsoft.com/office/drawing/2014/main" id="{1138C8AE-BB46-7FCF-347A-02034611336F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07988" y="4298156"/>
            <a:ext cx="3600450" cy="2083593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4" name="Textplatzhalter 52">
            <a:extLst>
              <a:ext uri="{FF2B5EF4-FFF2-40B4-BE49-F238E27FC236}">
                <a16:creationId xmlns:a16="http://schemas.microsoft.com/office/drawing/2014/main" id="{9F54C9DF-FEFB-9882-DC94-F458A7BFE8D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96175" y="3849561"/>
            <a:ext cx="3600043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cap="none" baseline="0">
                <a:solidFill>
                  <a:srgbClr val="3264FF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err="1"/>
              <a:t>To</a:t>
            </a:r>
            <a:endParaRPr lang="en-CA"/>
          </a:p>
        </p:txBody>
      </p:sp>
      <p:sp>
        <p:nvSpPr>
          <p:cNvPr id="42" name="Inhaltsplatzhalter 39">
            <a:extLst>
              <a:ext uri="{FF2B5EF4-FFF2-40B4-BE49-F238E27FC236}">
                <a16:creationId xmlns:a16="http://schemas.microsoft.com/office/drawing/2014/main" id="{EFA9BF1A-794A-38D8-7EA1-630D6673BF8E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296175" y="4298156"/>
            <a:ext cx="3600450" cy="2083593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5" name="Textplatzhalter 52">
            <a:extLst>
              <a:ext uri="{FF2B5EF4-FFF2-40B4-BE49-F238E27FC236}">
                <a16:creationId xmlns:a16="http://schemas.microsoft.com/office/drawing/2014/main" id="{952FCD7C-7953-4A29-5C6B-C702161DCC7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84360" y="3849561"/>
            <a:ext cx="3600044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cap="none" baseline="0">
                <a:solidFill>
                  <a:srgbClr val="3264FF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Details</a:t>
            </a:r>
          </a:p>
        </p:txBody>
      </p:sp>
      <p:sp>
        <p:nvSpPr>
          <p:cNvPr id="43" name="Inhaltsplatzhalter 39">
            <a:extLst>
              <a:ext uri="{FF2B5EF4-FFF2-40B4-BE49-F238E27FC236}">
                <a16:creationId xmlns:a16="http://schemas.microsoft.com/office/drawing/2014/main" id="{63DC239F-DFEF-CF00-F79A-451EBEA6AC4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84362" y="4298156"/>
            <a:ext cx="3600450" cy="2083593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B15783D-F67B-F14B-07FE-776E59095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grpSp>
        <p:nvGrpSpPr>
          <p:cNvPr id="2" name="Gruppieren 14">
            <a:extLst>
              <a:ext uri="{FF2B5EF4-FFF2-40B4-BE49-F238E27FC236}">
                <a16:creationId xmlns:a16="http://schemas.microsoft.com/office/drawing/2014/main" id="{3D26CF4C-72A5-6B6A-7624-A72678029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1CB27D3F-9606-580E-BDD9-CE8DDBBFD44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E0D05D38-E398-D186-9CF4-AEDA80D01872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2B03C505-B8EA-1192-90BB-F87CF4D9EAC3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844E6A7-CA98-60CE-F5DC-53F69A2E7D3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37769AD5-06C3-5F20-18D8-9ECF139B505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2E2D228B-4846-7FD9-144C-02B7A46BAD8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3">
              <a:extLst>
                <a:ext uri="{FF2B5EF4-FFF2-40B4-BE49-F238E27FC236}">
                  <a16:creationId xmlns:a16="http://schemas.microsoft.com/office/drawing/2014/main" id="{E7551721-1895-4910-2A05-D51BEEEC817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4">
              <a:extLst>
                <a:ext uri="{FF2B5EF4-FFF2-40B4-BE49-F238E27FC236}">
                  <a16:creationId xmlns:a16="http://schemas.microsoft.com/office/drawing/2014/main" id="{BF20BFC6-4805-2805-1668-A611B87385A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64320ADC-F744-CD2A-528C-3C32E020722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455F9A16-03F8-EB23-6EFE-27B08043D60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80E74BE3-1E02-91EC-B8D9-2ADA9B3E078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50F1895C-B064-DFA4-013E-0A2F1AFA149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9">
              <a:extLst>
                <a:ext uri="{FF2B5EF4-FFF2-40B4-BE49-F238E27FC236}">
                  <a16:creationId xmlns:a16="http://schemas.microsoft.com/office/drawing/2014/main" id="{2AF079E8-FE7B-E61A-119F-1E87C3C064F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0">
              <a:extLst>
                <a:ext uri="{FF2B5EF4-FFF2-40B4-BE49-F238E27FC236}">
                  <a16:creationId xmlns:a16="http://schemas.microsoft.com/office/drawing/2014/main" id="{B2D9D03B-1C09-2224-7701-7C1CBDA3399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B7145DBC-D5B0-D346-10DA-C118C6EB808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3C057F22-601B-EEA3-B9BD-850CF99777A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7A008F0D-7217-1530-0C3B-45B80FD48E3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4">
              <a:extLst>
                <a:ext uri="{FF2B5EF4-FFF2-40B4-BE49-F238E27FC236}">
                  <a16:creationId xmlns:a16="http://schemas.microsoft.com/office/drawing/2014/main" id="{719FF7D7-E573-E43F-A005-5D7593129F3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5">
              <a:extLst>
                <a:ext uri="{FF2B5EF4-FFF2-40B4-BE49-F238E27FC236}">
                  <a16:creationId xmlns:a16="http://schemas.microsoft.com/office/drawing/2014/main" id="{A805197E-2FA4-60CF-6A00-0AA591E5E94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6">
              <a:extLst>
                <a:ext uri="{FF2B5EF4-FFF2-40B4-BE49-F238E27FC236}">
                  <a16:creationId xmlns:a16="http://schemas.microsoft.com/office/drawing/2014/main" id="{2BE3BA4C-89F0-65B3-C53A-039886E98D9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7">
              <a:extLst>
                <a:ext uri="{FF2B5EF4-FFF2-40B4-BE49-F238E27FC236}">
                  <a16:creationId xmlns:a16="http://schemas.microsoft.com/office/drawing/2014/main" id="{9F6A5AE4-1760-4408-0CEF-39D9449B6C8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8">
              <a:extLst>
                <a:ext uri="{FF2B5EF4-FFF2-40B4-BE49-F238E27FC236}">
                  <a16:creationId xmlns:a16="http://schemas.microsoft.com/office/drawing/2014/main" id="{72A5ECCB-9C5C-E375-12F4-3CF7BB6C897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3" name="Freeform 29">
              <a:extLst>
                <a:ext uri="{FF2B5EF4-FFF2-40B4-BE49-F238E27FC236}">
                  <a16:creationId xmlns:a16="http://schemas.microsoft.com/office/drawing/2014/main" id="{6E5363BB-5242-147C-676A-2230CAA5415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399421893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contents white/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hteck 37">
            <a:extLst>
              <a:ext uri="{FF2B5EF4-FFF2-40B4-BE49-F238E27FC236}">
                <a16:creationId xmlns:a16="http://schemas.microsoft.com/office/drawing/2014/main" id="{C58FF99E-B033-1E9A-D9A0-7173F20D6E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5" name="Textplatzhalter 7">
            <a:extLst>
              <a:ext uri="{FF2B5EF4-FFF2-40B4-BE49-F238E27FC236}">
                <a16:creationId xmlns:a16="http://schemas.microsoft.com/office/drawing/2014/main" id="{908F0356-819C-075B-B59E-1B1D915246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219691"/>
            <a:ext cx="5399999" cy="153888"/>
          </a:xfrm>
        </p:spPr>
        <p:txBody>
          <a:bodyPr wrap="square"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5399999" cy="369332"/>
          </a:xfrm>
        </p:spPr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3DF3E4-E5A5-6024-A182-C6BB16AEB24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7" y="1484312"/>
            <a:ext cx="5400000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F95798D-D3AF-7F77-EA72-568373D72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84013" y="1484312"/>
            <a:ext cx="5400000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</a:lstStyle>
          <a:p>
            <a:fld id="{E64BB44E-8903-4313-BBED-09991CD8D6D8}" type="datetime1">
              <a:rPr lang="de-DE" smtClean="0"/>
              <a:t>28.06.26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18D4DFA3-BCD1-EDE9-50BD-608A9C333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grpSp>
        <p:nvGrpSpPr>
          <p:cNvPr id="6" name="Gruppieren 14">
            <a:extLst>
              <a:ext uri="{FF2B5EF4-FFF2-40B4-BE49-F238E27FC236}">
                <a16:creationId xmlns:a16="http://schemas.microsoft.com/office/drawing/2014/main" id="{F9BA5284-5EA8-1D2F-70DA-D49FAD913A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7CA0558D-F7C6-BE8A-D229-4B51AF72091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Rectangle 8">
              <a:extLst>
                <a:ext uri="{FF2B5EF4-FFF2-40B4-BE49-F238E27FC236}">
                  <a16:creationId xmlns:a16="http://schemas.microsoft.com/office/drawing/2014/main" id="{D1716B33-B073-4B6B-64CC-A73C6015B65A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Rectangle 9">
              <a:extLst>
                <a:ext uri="{FF2B5EF4-FFF2-40B4-BE49-F238E27FC236}">
                  <a16:creationId xmlns:a16="http://schemas.microsoft.com/office/drawing/2014/main" id="{B438069A-7F7B-4DAC-CD15-CCC27C332BEC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0">
              <a:extLst>
                <a:ext uri="{FF2B5EF4-FFF2-40B4-BE49-F238E27FC236}">
                  <a16:creationId xmlns:a16="http://schemas.microsoft.com/office/drawing/2014/main" id="{AC41980B-0A57-2FC8-8EC4-AEB64DAE383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1">
              <a:extLst>
                <a:ext uri="{FF2B5EF4-FFF2-40B4-BE49-F238E27FC236}">
                  <a16:creationId xmlns:a16="http://schemas.microsoft.com/office/drawing/2014/main" id="{708168E3-1E88-F88A-4B03-8F03A71F9A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2">
              <a:extLst>
                <a:ext uri="{FF2B5EF4-FFF2-40B4-BE49-F238E27FC236}">
                  <a16:creationId xmlns:a16="http://schemas.microsoft.com/office/drawing/2014/main" id="{296800DF-3A29-6377-40AE-0628B62527D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3">
              <a:extLst>
                <a:ext uri="{FF2B5EF4-FFF2-40B4-BE49-F238E27FC236}">
                  <a16:creationId xmlns:a16="http://schemas.microsoft.com/office/drawing/2014/main" id="{A43D4361-FD86-C134-84F5-E4943F064B7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4">
              <a:extLst>
                <a:ext uri="{FF2B5EF4-FFF2-40B4-BE49-F238E27FC236}">
                  <a16:creationId xmlns:a16="http://schemas.microsoft.com/office/drawing/2014/main" id="{9C4832E7-4291-3207-717C-F56CE7197CF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5">
              <a:extLst>
                <a:ext uri="{FF2B5EF4-FFF2-40B4-BE49-F238E27FC236}">
                  <a16:creationId xmlns:a16="http://schemas.microsoft.com/office/drawing/2014/main" id="{B6B12DBF-E0C7-EC98-F9A1-C1E47C168C4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6">
              <a:extLst>
                <a:ext uri="{FF2B5EF4-FFF2-40B4-BE49-F238E27FC236}">
                  <a16:creationId xmlns:a16="http://schemas.microsoft.com/office/drawing/2014/main" id="{64F1DDAD-7F17-BC6E-EFB4-24B6397370F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7">
              <a:extLst>
                <a:ext uri="{FF2B5EF4-FFF2-40B4-BE49-F238E27FC236}">
                  <a16:creationId xmlns:a16="http://schemas.microsoft.com/office/drawing/2014/main" id="{077D64B3-0BF3-38A6-32DD-4223F87B00B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8">
              <a:extLst>
                <a:ext uri="{FF2B5EF4-FFF2-40B4-BE49-F238E27FC236}">
                  <a16:creationId xmlns:a16="http://schemas.microsoft.com/office/drawing/2014/main" id="{E477F0F8-EAA9-A9D1-57CD-4987C6D52C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19">
              <a:extLst>
                <a:ext uri="{FF2B5EF4-FFF2-40B4-BE49-F238E27FC236}">
                  <a16:creationId xmlns:a16="http://schemas.microsoft.com/office/drawing/2014/main" id="{728A8FB3-B67C-A486-BD79-E5405D264D4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0">
              <a:extLst>
                <a:ext uri="{FF2B5EF4-FFF2-40B4-BE49-F238E27FC236}">
                  <a16:creationId xmlns:a16="http://schemas.microsoft.com/office/drawing/2014/main" id="{A2406392-8F8A-915F-FEF3-0BAFA50EDC3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1665D786-DD80-BAC3-C9A6-DC0A4FF12B6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17BBBCAB-68A5-3435-A7E5-30FA23B2069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3">
              <a:extLst>
                <a:ext uri="{FF2B5EF4-FFF2-40B4-BE49-F238E27FC236}">
                  <a16:creationId xmlns:a16="http://schemas.microsoft.com/office/drawing/2014/main" id="{FD4DF712-8836-4E7A-158E-F8EE4D6C971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4">
              <a:extLst>
                <a:ext uri="{FF2B5EF4-FFF2-40B4-BE49-F238E27FC236}">
                  <a16:creationId xmlns:a16="http://schemas.microsoft.com/office/drawing/2014/main" id="{171B297D-B6FA-8328-F24B-14EB3B689A3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5">
              <a:extLst>
                <a:ext uri="{FF2B5EF4-FFF2-40B4-BE49-F238E27FC236}">
                  <a16:creationId xmlns:a16="http://schemas.microsoft.com/office/drawing/2014/main" id="{06F20CE0-BCCB-240F-E857-C83AE13ACA2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6">
              <a:extLst>
                <a:ext uri="{FF2B5EF4-FFF2-40B4-BE49-F238E27FC236}">
                  <a16:creationId xmlns:a16="http://schemas.microsoft.com/office/drawing/2014/main" id="{74DCCC4B-A621-7D35-1092-D1F6D4E9ED0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7">
              <a:extLst>
                <a:ext uri="{FF2B5EF4-FFF2-40B4-BE49-F238E27FC236}">
                  <a16:creationId xmlns:a16="http://schemas.microsoft.com/office/drawing/2014/main" id="{5F74DD2C-5F9C-965C-DFF5-AA191DC16B7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8">
              <a:extLst>
                <a:ext uri="{FF2B5EF4-FFF2-40B4-BE49-F238E27FC236}">
                  <a16:creationId xmlns:a16="http://schemas.microsoft.com/office/drawing/2014/main" id="{2F5438F7-469A-9728-8B2F-754932E0DFB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9">
              <a:extLst>
                <a:ext uri="{FF2B5EF4-FFF2-40B4-BE49-F238E27FC236}">
                  <a16:creationId xmlns:a16="http://schemas.microsoft.com/office/drawing/2014/main" id="{74593DD3-BF43-1349-435D-BF65BBBE690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174719039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s blue/whit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platzhalter 7">
            <a:extLst>
              <a:ext uri="{FF2B5EF4-FFF2-40B4-BE49-F238E27FC236}">
                <a16:creationId xmlns:a16="http://schemas.microsoft.com/office/drawing/2014/main" id="{908F0356-819C-075B-B59E-1B1D915246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219691"/>
            <a:ext cx="5400010" cy="153888"/>
          </a:xfrm>
        </p:spPr>
        <p:txBody>
          <a:bodyPr wrap="square"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5400010" cy="36933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F95798D-D3AF-7F77-EA72-568373D72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7986" y="1484312"/>
            <a:ext cx="5400012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3DF3E4-E5A5-6024-A182-C6BB16AEB24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384000" y="1484312"/>
            <a:ext cx="5400014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18D4DFA3-BCD1-EDE9-50BD-608A9C333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9608B994-E8E7-CC4B-F3DA-E7C9AC62CA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marL="252000" indent="-252000" algn="l"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endParaRPr lang="en-CA" sz="1400">
              <a:solidFill>
                <a:schemeClr val="bg1"/>
              </a:solidFill>
            </a:endParaRP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buClr>
                <a:schemeClr val="bg1"/>
              </a:buClr>
              <a:defRPr>
                <a:solidFill>
                  <a:schemeClr val="tx1"/>
                </a:solidFill>
              </a:defRPr>
            </a:lvl1pPr>
          </a:lstStyle>
          <a:p>
            <a:fld id="{E64BB44E-8903-4313-BBED-09991CD8D6D8}" type="datetime1">
              <a:rPr lang="de-DE" smtClean="0"/>
              <a:pPr/>
              <a:t>28.06.26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buClr>
                <a:schemeClr val="bg1"/>
              </a:buCl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grpSp>
        <p:nvGrpSpPr>
          <p:cNvPr id="8" name="Gruppieren 14">
            <a:extLst>
              <a:ext uri="{FF2B5EF4-FFF2-40B4-BE49-F238E27FC236}">
                <a16:creationId xmlns:a16="http://schemas.microsoft.com/office/drawing/2014/main" id="{D49654F4-E410-A64A-B03E-E4CB55C7F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72BA295B-8D5E-F078-487D-D5784D0615D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Rectangle 8">
              <a:extLst>
                <a:ext uri="{FF2B5EF4-FFF2-40B4-BE49-F238E27FC236}">
                  <a16:creationId xmlns:a16="http://schemas.microsoft.com/office/drawing/2014/main" id="{453B17FB-8D37-9226-46B1-BB48A47D3527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Rectangle 9">
              <a:extLst>
                <a:ext uri="{FF2B5EF4-FFF2-40B4-BE49-F238E27FC236}">
                  <a16:creationId xmlns:a16="http://schemas.microsoft.com/office/drawing/2014/main" id="{8557A2B3-7D11-DF2C-97DB-BDA0A088E9DA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0">
              <a:extLst>
                <a:ext uri="{FF2B5EF4-FFF2-40B4-BE49-F238E27FC236}">
                  <a16:creationId xmlns:a16="http://schemas.microsoft.com/office/drawing/2014/main" id="{0A2B06EB-BD7F-DBEF-9CED-0860E08B971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1">
              <a:extLst>
                <a:ext uri="{FF2B5EF4-FFF2-40B4-BE49-F238E27FC236}">
                  <a16:creationId xmlns:a16="http://schemas.microsoft.com/office/drawing/2014/main" id="{E2B3E1B0-05B3-B3EE-6BCA-F5911ECC023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2">
              <a:extLst>
                <a:ext uri="{FF2B5EF4-FFF2-40B4-BE49-F238E27FC236}">
                  <a16:creationId xmlns:a16="http://schemas.microsoft.com/office/drawing/2014/main" id="{1F8BFBC1-09A1-8CD2-185F-21AFB667D78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3">
              <a:extLst>
                <a:ext uri="{FF2B5EF4-FFF2-40B4-BE49-F238E27FC236}">
                  <a16:creationId xmlns:a16="http://schemas.microsoft.com/office/drawing/2014/main" id="{10D10360-DB83-D8B8-3CE8-D5A29185005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4">
              <a:extLst>
                <a:ext uri="{FF2B5EF4-FFF2-40B4-BE49-F238E27FC236}">
                  <a16:creationId xmlns:a16="http://schemas.microsoft.com/office/drawing/2014/main" id="{56D4095D-3CCD-7CFB-644B-4DED959574D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5">
              <a:extLst>
                <a:ext uri="{FF2B5EF4-FFF2-40B4-BE49-F238E27FC236}">
                  <a16:creationId xmlns:a16="http://schemas.microsoft.com/office/drawing/2014/main" id="{51545F2D-4124-DFF3-9D53-FE9D06513FA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6">
              <a:extLst>
                <a:ext uri="{FF2B5EF4-FFF2-40B4-BE49-F238E27FC236}">
                  <a16:creationId xmlns:a16="http://schemas.microsoft.com/office/drawing/2014/main" id="{B44B0B63-D547-1390-533D-E75642BD9B6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7">
              <a:extLst>
                <a:ext uri="{FF2B5EF4-FFF2-40B4-BE49-F238E27FC236}">
                  <a16:creationId xmlns:a16="http://schemas.microsoft.com/office/drawing/2014/main" id="{B54E0C9A-732A-2438-F2D3-04940F6E9F4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8">
              <a:extLst>
                <a:ext uri="{FF2B5EF4-FFF2-40B4-BE49-F238E27FC236}">
                  <a16:creationId xmlns:a16="http://schemas.microsoft.com/office/drawing/2014/main" id="{1442E0FA-1320-6E0E-616E-9D3D72ED56D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19">
              <a:extLst>
                <a:ext uri="{FF2B5EF4-FFF2-40B4-BE49-F238E27FC236}">
                  <a16:creationId xmlns:a16="http://schemas.microsoft.com/office/drawing/2014/main" id="{7360FB0B-CBBC-CF0F-7300-92D7A1699B6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0">
              <a:extLst>
                <a:ext uri="{FF2B5EF4-FFF2-40B4-BE49-F238E27FC236}">
                  <a16:creationId xmlns:a16="http://schemas.microsoft.com/office/drawing/2014/main" id="{7B6E57CD-5802-A363-7377-EC1FFE5666B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69AA4E1A-9AD8-4E43-110A-165F7921AB2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A136447D-827D-90C2-B237-1FDD6CDC31E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3">
              <a:extLst>
                <a:ext uri="{FF2B5EF4-FFF2-40B4-BE49-F238E27FC236}">
                  <a16:creationId xmlns:a16="http://schemas.microsoft.com/office/drawing/2014/main" id="{9B558324-1A77-AFDF-727C-9281A8F2122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4">
              <a:extLst>
                <a:ext uri="{FF2B5EF4-FFF2-40B4-BE49-F238E27FC236}">
                  <a16:creationId xmlns:a16="http://schemas.microsoft.com/office/drawing/2014/main" id="{FB336EE1-85CA-E789-D297-F55947A7F26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5">
              <a:extLst>
                <a:ext uri="{FF2B5EF4-FFF2-40B4-BE49-F238E27FC236}">
                  <a16:creationId xmlns:a16="http://schemas.microsoft.com/office/drawing/2014/main" id="{F68207EB-0DA7-8C72-5071-819912D5E22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6">
              <a:extLst>
                <a:ext uri="{FF2B5EF4-FFF2-40B4-BE49-F238E27FC236}">
                  <a16:creationId xmlns:a16="http://schemas.microsoft.com/office/drawing/2014/main" id="{C1DC6564-7E1B-D87E-854E-87081FCC771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7">
              <a:extLst>
                <a:ext uri="{FF2B5EF4-FFF2-40B4-BE49-F238E27FC236}">
                  <a16:creationId xmlns:a16="http://schemas.microsoft.com/office/drawing/2014/main" id="{0F1776EF-9B3F-41AB-EED1-13DE0013C12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8">
              <a:extLst>
                <a:ext uri="{FF2B5EF4-FFF2-40B4-BE49-F238E27FC236}">
                  <a16:creationId xmlns:a16="http://schemas.microsoft.com/office/drawing/2014/main" id="{3C71A23D-AE97-97F2-AA38-F9A608F7EA2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9">
              <a:extLst>
                <a:ext uri="{FF2B5EF4-FFF2-40B4-BE49-F238E27FC236}">
                  <a16:creationId xmlns:a16="http://schemas.microsoft.com/office/drawing/2014/main" id="{157B814F-CFC2-A39B-1110-351DD9C4EB5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320442079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contents blue box vertical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7B8F842D-9083-B1BD-7D8C-C56B343C4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ltGray">
          <a:xfrm>
            <a:off x="1309630" y="0"/>
            <a:ext cx="1088237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35" name="Textplatzhalter 7">
            <a:extLst>
              <a:ext uri="{FF2B5EF4-FFF2-40B4-BE49-F238E27FC236}">
                <a16:creationId xmlns:a16="http://schemas.microsoft.com/office/drawing/2014/main" id="{908F0356-819C-075B-B59E-1B1D915246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99538" y="219691"/>
            <a:ext cx="8859262" cy="153888"/>
          </a:xfrm>
        </p:spPr>
        <p:txBody>
          <a:bodyPr wrap="square"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99538" y="404813"/>
            <a:ext cx="8859262" cy="369332"/>
          </a:xfrm>
        </p:spPr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6" name="Inhaltsplatzhalter 2">
            <a:extLst>
              <a:ext uri="{FF2B5EF4-FFF2-40B4-BE49-F238E27FC236}">
                <a16:creationId xmlns:a16="http://schemas.microsoft.com/office/drawing/2014/main" id="{0235054D-83A6-1FBB-DACA-A0211D645C86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1599538" y="1484312"/>
            <a:ext cx="4948238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3DF3E4-E5A5-6024-A182-C6BB16AEB24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35776" y="1484312"/>
            <a:ext cx="4948238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buClr>
                <a:schemeClr val="bg1"/>
              </a:buClr>
              <a:defRPr>
                <a:solidFill>
                  <a:schemeClr val="tx1"/>
                </a:solidFill>
              </a:defRPr>
            </a:lvl1pPr>
          </a:lstStyle>
          <a:p>
            <a:fld id="{E64BB44E-8903-4313-BBED-09991CD8D6D8}" type="datetime1">
              <a:rPr lang="de-DE" smtClean="0"/>
              <a:pPr/>
              <a:t>28.06.26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buClr>
                <a:schemeClr val="bg1"/>
              </a:buCl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18D4DFA3-BCD1-EDE9-50BD-608A9C333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1599538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grpSp>
        <p:nvGrpSpPr>
          <p:cNvPr id="6" name="Gruppieren 14">
            <a:extLst>
              <a:ext uri="{FF2B5EF4-FFF2-40B4-BE49-F238E27FC236}">
                <a16:creationId xmlns:a16="http://schemas.microsoft.com/office/drawing/2014/main" id="{FDCE383B-B4CB-D8AA-5C55-D327BB575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21708CD1-5A76-E2DB-806E-0BAD37B53A6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E804009-0C96-7E23-3EFA-A798C3A242F6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BBAAD31-2C49-D204-0DE2-6934CEE5E097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662F645B-E904-D21B-327C-985D7AED36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561A794-66AC-EFDE-4A7F-17CFB93B065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95CC678F-27F6-7AE0-8847-BA3D6BD54A8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ACF7ECAA-200A-A95E-EB52-147B9E4877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489C938-8BA4-3B07-5367-EE0552D6C30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3212BFEA-B83D-CE02-8141-41BBCB3C7FE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A5D9973-799E-3144-7CA9-06D643FF644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3A2E963B-62F9-A78F-756B-9DE1DCEC3DB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2A0A86D6-9908-EAB3-BF97-BDF51BCC44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2A1CAB6-4449-1418-7391-A03737305A4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E0417F03-5C24-A23E-2465-4FA6299C57A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6E636C30-2752-3571-DA71-B0674682A85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D2F58AFD-B196-E7E8-1CAD-56732E7CE0A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7AB30FB4-4AD5-2923-0E51-ECCE53A2F33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43C54911-B0A4-0978-65D9-BCF7927CCE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6DAD8C20-1D2C-46EA-E924-E176B21E5D6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13C09416-1474-540C-D335-18198A1B729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CA9D8461-872B-97D8-1926-05C916E2082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10036A20-41CF-1407-D4BE-A954ED74E51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F09F7526-61EF-7A8C-5F7D-23E3A866CE6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38349028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contents blue box horizontal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F94F17A-32D5-C51C-5C2B-3503D5CE4F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783439-F52C-AE18-FE39-E1543F8B9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196975"/>
            <a:ext cx="12192000" cy="5661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marL="252000" indent="-252000" algn="l"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endParaRPr lang="de-DE" sz="1400">
              <a:solidFill>
                <a:schemeClr val="bg1"/>
              </a:solidFill>
            </a:endParaRP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39196C7-E992-43AB-8F76-578993D9CEAE}" type="datetime1">
              <a:rPr lang="de-DE" smtClean="0"/>
              <a:pPr/>
              <a:t>28.06.26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15FADC2A-0248-BC04-C899-8C8D2B2FDD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grpSp>
        <p:nvGrpSpPr>
          <p:cNvPr id="6" name="Gruppieren 14">
            <a:extLst>
              <a:ext uri="{FF2B5EF4-FFF2-40B4-BE49-F238E27FC236}">
                <a16:creationId xmlns:a16="http://schemas.microsoft.com/office/drawing/2014/main" id="{77B321C3-9BD6-DFE7-1CF9-1B40C58CB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D701A74C-0BC0-A9C3-CAB1-7757415B9C3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Rectangle 8">
              <a:extLst>
                <a:ext uri="{FF2B5EF4-FFF2-40B4-BE49-F238E27FC236}">
                  <a16:creationId xmlns:a16="http://schemas.microsoft.com/office/drawing/2014/main" id="{79B88625-616B-52F8-0788-1697C72D19A7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Rectangle 9">
              <a:extLst>
                <a:ext uri="{FF2B5EF4-FFF2-40B4-BE49-F238E27FC236}">
                  <a16:creationId xmlns:a16="http://schemas.microsoft.com/office/drawing/2014/main" id="{BEC4A765-B41D-4677-65B0-9CC4AEF68D16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0">
              <a:extLst>
                <a:ext uri="{FF2B5EF4-FFF2-40B4-BE49-F238E27FC236}">
                  <a16:creationId xmlns:a16="http://schemas.microsoft.com/office/drawing/2014/main" id="{9A627078-E318-D566-E882-7676B67D887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1">
              <a:extLst>
                <a:ext uri="{FF2B5EF4-FFF2-40B4-BE49-F238E27FC236}">
                  <a16:creationId xmlns:a16="http://schemas.microsoft.com/office/drawing/2014/main" id="{14E39FC5-9364-4851-4440-84A1A2A7F4D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2">
              <a:extLst>
                <a:ext uri="{FF2B5EF4-FFF2-40B4-BE49-F238E27FC236}">
                  <a16:creationId xmlns:a16="http://schemas.microsoft.com/office/drawing/2014/main" id="{FF37A86C-5679-D69F-3DE4-DFD29DA40C6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3">
              <a:extLst>
                <a:ext uri="{FF2B5EF4-FFF2-40B4-BE49-F238E27FC236}">
                  <a16:creationId xmlns:a16="http://schemas.microsoft.com/office/drawing/2014/main" id="{8C00B8A9-128D-57B7-787A-D3E2DBCF0F0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4">
              <a:extLst>
                <a:ext uri="{FF2B5EF4-FFF2-40B4-BE49-F238E27FC236}">
                  <a16:creationId xmlns:a16="http://schemas.microsoft.com/office/drawing/2014/main" id="{EA9E68ED-6D10-7DDC-131C-56BE0998174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5">
              <a:extLst>
                <a:ext uri="{FF2B5EF4-FFF2-40B4-BE49-F238E27FC236}">
                  <a16:creationId xmlns:a16="http://schemas.microsoft.com/office/drawing/2014/main" id="{3761A6B5-94E8-8DCF-26B5-3EEA85DD44C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6">
              <a:extLst>
                <a:ext uri="{FF2B5EF4-FFF2-40B4-BE49-F238E27FC236}">
                  <a16:creationId xmlns:a16="http://schemas.microsoft.com/office/drawing/2014/main" id="{C5BD8C65-CC2A-B31B-EB65-C36C9704A8D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7">
              <a:extLst>
                <a:ext uri="{FF2B5EF4-FFF2-40B4-BE49-F238E27FC236}">
                  <a16:creationId xmlns:a16="http://schemas.microsoft.com/office/drawing/2014/main" id="{ABA33F1F-67C7-3053-F65E-802FF80401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8">
              <a:extLst>
                <a:ext uri="{FF2B5EF4-FFF2-40B4-BE49-F238E27FC236}">
                  <a16:creationId xmlns:a16="http://schemas.microsoft.com/office/drawing/2014/main" id="{64291D3E-DB43-5F66-9E25-9F5E09FB5EA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9">
              <a:extLst>
                <a:ext uri="{FF2B5EF4-FFF2-40B4-BE49-F238E27FC236}">
                  <a16:creationId xmlns:a16="http://schemas.microsoft.com/office/drawing/2014/main" id="{6CD66ACA-0EE3-802A-91CC-51FDCCA1083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0">
              <a:extLst>
                <a:ext uri="{FF2B5EF4-FFF2-40B4-BE49-F238E27FC236}">
                  <a16:creationId xmlns:a16="http://schemas.microsoft.com/office/drawing/2014/main" id="{83C8DABB-E795-7CFB-656C-63021F346BE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1">
              <a:extLst>
                <a:ext uri="{FF2B5EF4-FFF2-40B4-BE49-F238E27FC236}">
                  <a16:creationId xmlns:a16="http://schemas.microsoft.com/office/drawing/2014/main" id="{4F92A343-7B58-F07F-4899-47FA54EC0FE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2">
              <a:extLst>
                <a:ext uri="{FF2B5EF4-FFF2-40B4-BE49-F238E27FC236}">
                  <a16:creationId xmlns:a16="http://schemas.microsoft.com/office/drawing/2014/main" id="{8525A0CC-AE00-93D9-CBFE-8613965485F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3">
              <a:extLst>
                <a:ext uri="{FF2B5EF4-FFF2-40B4-BE49-F238E27FC236}">
                  <a16:creationId xmlns:a16="http://schemas.microsoft.com/office/drawing/2014/main" id="{2455F48E-CB54-B038-E8B7-6FD611A3C23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4">
              <a:extLst>
                <a:ext uri="{FF2B5EF4-FFF2-40B4-BE49-F238E27FC236}">
                  <a16:creationId xmlns:a16="http://schemas.microsoft.com/office/drawing/2014/main" id="{82E26569-2724-4E28-4A34-F90ABADEE54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5">
              <a:extLst>
                <a:ext uri="{FF2B5EF4-FFF2-40B4-BE49-F238E27FC236}">
                  <a16:creationId xmlns:a16="http://schemas.microsoft.com/office/drawing/2014/main" id="{C59C723D-2F3C-2BD9-9CEB-5DB197F041A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6">
              <a:extLst>
                <a:ext uri="{FF2B5EF4-FFF2-40B4-BE49-F238E27FC236}">
                  <a16:creationId xmlns:a16="http://schemas.microsoft.com/office/drawing/2014/main" id="{9B6135F3-11EB-417D-4A67-1329143E191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7">
              <a:extLst>
                <a:ext uri="{FF2B5EF4-FFF2-40B4-BE49-F238E27FC236}">
                  <a16:creationId xmlns:a16="http://schemas.microsoft.com/office/drawing/2014/main" id="{29C875C6-BAC2-F2EF-9167-B8A227DB7CB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8">
              <a:extLst>
                <a:ext uri="{FF2B5EF4-FFF2-40B4-BE49-F238E27FC236}">
                  <a16:creationId xmlns:a16="http://schemas.microsoft.com/office/drawing/2014/main" id="{F0E24565-5F70-75B6-1EA3-E5CF0990A7A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9">
              <a:extLst>
                <a:ext uri="{FF2B5EF4-FFF2-40B4-BE49-F238E27FC236}">
                  <a16:creationId xmlns:a16="http://schemas.microsoft.com/office/drawing/2014/main" id="{3DA0BF09-69B9-AAA5-EE6C-B845D8C2C30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85BF7B10-9805-6E3A-2774-88ACC12450B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484312"/>
            <a:ext cx="5538788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2" name="Inhaltsplatzhalter 3">
            <a:extLst>
              <a:ext uri="{FF2B5EF4-FFF2-40B4-BE49-F238E27FC236}">
                <a16:creationId xmlns:a16="http://schemas.microsoft.com/office/drawing/2014/main" id="{9AA1EA01-6BF9-A3F2-3C73-FA4A2297264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45226" y="1484312"/>
            <a:ext cx="5538788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961573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ntents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F94F17A-32D5-C51C-5C2B-3503D5CE4F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3DF3E4-E5A5-6024-A182-C6BB16AEB24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484312"/>
            <a:ext cx="3600451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F95798D-D3AF-7F77-EA72-568373D72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96175" y="1484312"/>
            <a:ext cx="3600450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AD0B-53D4-4473-89A4-0C9AC72707FF}" type="slidenum">
              <a:rPr lang="en-CA" smtClean="0"/>
              <a:t>‹#›</a:t>
            </a:fld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196C7-E992-43AB-8F76-578993D9CEAE}" type="datetime1">
              <a:rPr lang="de-DE" smtClean="0"/>
              <a:t>28.06.26</a:t>
            </a:fld>
            <a:endParaRPr lang="en-CA"/>
          </a:p>
        </p:txBody>
      </p:sp>
      <p:sp>
        <p:nvSpPr>
          <p:cNvPr id="6" name="Inhaltsplatzhalter 3">
            <a:extLst>
              <a:ext uri="{FF2B5EF4-FFF2-40B4-BE49-F238E27FC236}">
                <a16:creationId xmlns:a16="http://schemas.microsoft.com/office/drawing/2014/main" id="{00FA3DA0-5170-5E85-18A4-A320A5432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184362" y="1484312"/>
            <a:ext cx="3600450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099524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contents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F4836234-3D1D-3182-9BB0-5BBD9B6A42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CBC7D96-82C2-1A0A-F46E-E381D1FE70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9FFBA01F-4E9D-52E6-DAED-6F52770EA474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296175" y="1484312"/>
            <a:ext cx="3600451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C28FCC8D-7929-4B59-8390-04C6C197848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484312"/>
            <a:ext cx="3600451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7D044B1B-0DBE-7215-5F15-794DC75F38CB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184362" y="1484312"/>
            <a:ext cx="3600451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7C8D850-AF7E-8F4D-CEF3-B47C121EC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2558CD2-52FA-4D7C-A86C-723F48EB75AD}" type="datetime1">
              <a:rPr lang="de-DE" smtClean="0"/>
              <a:t>28.06.26</a:t>
            </a:fld>
            <a:endParaRPr lang="en-CA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9C0FBA-71BD-3026-F678-D62D69D42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4593F718-02FC-50D6-2400-9821D489B8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8" name="Gruppieren 14">
            <a:extLst>
              <a:ext uri="{FF2B5EF4-FFF2-40B4-BE49-F238E27FC236}">
                <a16:creationId xmlns:a16="http://schemas.microsoft.com/office/drawing/2014/main" id="{3241A203-F8B6-A071-8FAF-FED6AC7EF5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D9D7AF90-0BF3-F25D-6355-E5E9FD934C8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059D6E6A-8F93-6745-3D30-2450C2C1C92D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4" name="Rectangle 9">
              <a:extLst>
                <a:ext uri="{FF2B5EF4-FFF2-40B4-BE49-F238E27FC236}">
                  <a16:creationId xmlns:a16="http://schemas.microsoft.com/office/drawing/2014/main" id="{FB24098F-945D-038C-8A5D-DBB9332A4922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BF873B85-700B-CDFF-48C5-5396AC3A5DA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97A0A947-C36A-6771-B3EC-EA98F3C4FB4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46E0E8C4-13CA-51BB-B4CA-5CC5DD4442D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2EAA93E4-6855-41DC-E56A-86B0A140C49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3335B7FA-9CDF-3AA8-AA41-9E9E1A9744B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id="{39D99385-87DF-874A-F0CC-4850ABA12F8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16">
              <a:extLst>
                <a:ext uri="{FF2B5EF4-FFF2-40B4-BE49-F238E27FC236}">
                  <a16:creationId xmlns:a16="http://schemas.microsoft.com/office/drawing/2014/main" id="{A1BF721F-D8E6-7F2E-9E96-5CD54275620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17">
              <a:extLst>
                <a:ext uri="{FF2B5EF4-FFF2-40B4-BE49-F238E27FC236}">
                  <a16:creationId xmlns:a16="http://schemas.microsoft.com/office/drawing/2014/main" id="{112EAB18-A203-BB2F-7BC7-00DFB7292FC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18">
              <a:extLst>
                <a:ext uri="{FF2B5EF4-FFF2-40B4-BE49-F238E27FC236}">
                  <a16:creationId xmlns:a16="http://schemas.microsoft.com/office/drawing/2014/main" id="{42626489-0C8C-3BB6-B26F-37A9ECCB219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19">
              <a:extLst>
                <a:ext uri="{FF2B5EF4-FFF2-40B4-BE49-F238E27FC236}">
                  <a16:creationId xmlns:a16="http://schemas.microsoft.com/office/drawing/2014/main" id="{FB39C404-6CB3-C7F3-BE99-1A46CAF3D7D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20">
              <a:extLst>
                <a:ext uri="{FF2B5EF4-FFF2-40B4-BE49-F238E27FC236}">
                  <a16:creationId xmlns:a16="http://schemas.microsoft.com/office/drawing/2014/main" id="{D3D19B17-28AF-4EE8-1A39-B787BE301A9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21">
              <a:extLst>
                <a:ext uri="{FF2B5EF4-FFF2-40B4-BE49-F238E27FC236}">
                  <a16:creationId xmlns:a16="http://schemas.microsoft.com/office/drawing/2014/main" id="{2E9F2C8B-B248-66F4-9F75-4314B0825E9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22">
              <a:extLst>
                <a:ext uri="{FF2B5EF4-FFF2-40B4-BE49-F238E27FC236}">
                  <a16:creationId xmlns:a16="http://schemas.microsoft.com/office/drawing/2014/main" id="{9E954A22-B70B-6726-7EEF-7BB200BCB40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3">
              <a:extLst>
                <a:ext uri="{FF2B5EF4-FFF2-40B4-BE49-F238E27FC236}">
                  <a16:creationId xmlns:a16="http://schemas.microsoft.com/office/drawing/2014/main" id="{30E23B53-6948-974D-0838-6A541764A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4">
              <a:extLst>
                <a:ext uri="{FF2B5EF4-FFF2-40B4-BE49-F238E27FC236}">
                  <a16:creationId xmlns:a16="http://schemas.microsoft.com/office/drawing/2014/main" id="{C1220D96-9651-CDDA-7162-0B370E660A1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5">
              <a:extLst>
                <a:ext uri="{FF2B5EF4-FFF2-40B4-BE49-F238E27FC236}">
                  <a16:creationId xmlns:a16="http://schemas.microsoft.com/office/drawing/2014/main" id="{CB599C0F-B910-8F62-6CDB-D36F76272A7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6">
              <a:extLst>
                <a:ext uri="{FF2B5EF4-FFF2-40B4-BE49-F238E27FC236}">
                  <a16:creationId xmlns:a16="http://schemas.microsoft.com/office/drawing/2014/main" id="{26F2B42C-2EE5-FFC9-C47F-D950B78E1CF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27">
              <a:extLst>
                <a:ext uri="{FF2B5EF4-FFF2-40B4-BE49-F238E27FC236}">
                  <a16:creationId xmlns:a16="http://schemas.microsoft.com/office/drawing/2014/main" id="{A56C4280-66FD-C405-604C-5BBB6D8E799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8">
              <a:extLst>
                <a:ext uri="{FF2B5EF4-FFF2-40B4-BE49-F238E27FC236}">
                  <a16:creationId xmlns:a16="http://schemas.microsoft.com/office/drawing/2014/main" id="{9D6E23D5-DFB2-1A6C-812E-11EAB777A1A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2D818BA4-1D4D-8BF8-4CBD-98E591156FB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114609878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ntents with subheadlin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F94F17A-32D5-C51C-5C2B-3503D5CE4F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7" name="Textplatzhalter 52">
            <a:extLst>
              <a:ext uri="{FF2B5EF4-FFF2-40B4-BE49-F238E27FC236}">
                <a16:creationId xmlns:a16="http://schemas.microsoft.com/office/drawing/2014/main" id="{FA0E36AF-4FE3-C8C5-F3B9-E584738B5EB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987" y="1485415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3DF3E4-E5A5-6024-A182-C6BB16AEB24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929407"/>
            <a:ext cx="3600451" cy="4452343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8" name="Textplatzhalter 52">
            <a:extLst>
              <a:ext uri="{FF2B5EF4-FFF2-40B4-BE49-F238E27FC236}">
                <a16:creationId xmlns:a16="http://schemas.microsoft.com/office/drawing/2014/main" id="{302E9586-5BDD-CE1C-6BFE-01752EFEC10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95776" y="1485415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F95798D-D3AF-7F77-EA72-568373D72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96175" y="1929406"/>
            <a:ext cx="3600451" cy="4452343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9" name="Textplatzhalter 52">
            <a:extLst>
              <a:ext uri="{FF2B5EF4-FFF2-40B4-BE49-F238E27FC236}">
                <a16:creationId xmlns:a16="http://schemas.microsoft.com/office/drawing/2014/main" id="{91703F42-CB19-EBDD-102A-0B57DA448EB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85855" y="1485415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6" name="Inhaltsplatzhalter 3">
            <a:extLst>
              <a:ext uri="{FF2B5EF4-FFF2-40B4-BE49-F238E27FC236}">
                <a16:creationId xmlns:a16="http://schemas.microsoft.com/office/drawing/2014/main" id="{E050860B-2365-0AD8-FF5C-360F00F16FC3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8184362" y="1929406"/>
            <a:ext cx="3600451" cy="4452343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6B37C8C-F68A-4E06-9922-6EEE86F126B4}" type="datetime1">
              <a:rPr lang="de-DE" smtClean="0"/>
              <a:pPr/>
              <a:t>28.06.26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8524339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contents with subheadline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F94F17A-32D5-C51C-5C2B-3503D5CE4F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20" name="Textplatzhalter 52">
            <a:extLst>
              <a:ext uri="{FF2B5EF4-FFF2-40B4-BE49-F238E27FC236}">
                <a16:creationId xmlns:a16="http://schemas.microsoft.com/office/drawing/2014/main" id="{7EACA34B-27A8-E7EE-BA52-0EF8629EB5A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987" y="1485415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26127C24-2878-FC2B-6458-4329AF6EE7D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929407"/>
            <a:ext cx="3600451" cy="4452343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21" name="Textplatzhalter 52">
            <a:extLst>
              <a:ext uri="{FF2B5EF4-FFF2-40B4-BE49-F238E27FC236}">
                <a16:creationId xmlns:a16="http://schemas.microsoft.com/office/drawing/2014/main" id="{605C2477-D8DD-BDFB-9B6E-0CE7BEA7CC3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95776" y="1485415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6" name="Inhaltsplatzhalter 3">
            <a:extLst>
              <a:ext uri="{FF2B5EF4-FFF2-40B4-BE49-F238E27FC236}">
                <a16:creationId xmlns:a16="http://schemas.microsoft.com/office/drawing/2014/main" id="{7B0B68E2-0306-AAD3-A551-FCD33C24D24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96175" y="1929406"/>
            <a:ext cx="3600451" cy="4452343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22" name="Textplatzhalter 52">
            <a:extLst>
              <a:ext uri="{FF2B5EF4-FFF2-40B4-BE49-F238E27FC236}">
                <a16:creationId xmlns:a16="http://schemas.microsoft.com/office/drawing/2014/main" id="{B11EA38F-CC73-4B9F-1E84-5EDEC6B7571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85855" y="1485415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9" name="Inhaltsplatzhalter 3">
            <a:extLst>
              <a:ext uri="{FF2B5EF4-FFF2-40B4-BE49-F238E27FC236}">
                <a16:creationId xmlns:a16="http://schemas.microsoft.com/office/drawing/2014/main" id="{571688CB-87B8-0ACA-B66B-E9829225935D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8184362" y="1929406"/>
            <a:ext cx="3600451" cy="4452343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B37C8C-F68A-4E06-9922-6EEE86F126B4}" type="datetime1">
              <a:rPr lang="de-DE" smtClean="0"/>
              <a:pPr/>
              <a:t>28.06.26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91ED029C-FBA2-7F25-4159-04687CD57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38" name="Gruppieren 14">
            <a:extLst>
              <a:ext uri="{FF2B5EF4-FFF2-40B4-BE49-F238E27FC236}">
                <a16:creationId xmlns:a16="http://schemas.microsoft.com/office/drawing/2014/main" id="{8F0CA4CF-3E14-7B5F-B13B-A855C275AD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39" name="Freeform 7">
              <a:extLst>
                <a:ext uri="{FF2B5EF4-FFF2-40B4-BE49-F238E27FC236}">
                  <a16:creationId xmlns:a16="http://schemas.microsoft.com/office/drawing/2014/main" id="{3641281C-6B4B-655B-138C-8EA86272776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Rectangle 8">
              <a:extLst>
                <a:ext uri="{FF2B5EF4-FFF2-40B4-BE49-F238E27FC236}">
                  <a16:creationId xmlns:a16="http://schemas.microsoft.com/office/drawing/2014/main" id="{40493CE6-9DAF-2E6C-993A-6FFE115BF52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Rectangle 9">
              <a:extLst>
                <a:ext uri="{FF2B5EF4-FFF2-40B4-BE49-F238E27FC236}">
                  <a16:creationId xmlns:a16="http://schemas.microsoft.com/office/drawing/2014/main" id="{AAA54B1A-F5E8-7D63-23B2-574A8D926350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0">
              <a:extLst>
                <a:ext uri="{FF2B5EF4-FFF2-40B4-BE49-F238E27FC236}">
                  <a16:creationId xmlns:a16="http://schemas.microsoft.com/office/drawing/2014/main" id="{9D724106-E5E8-4BB5-0106-9FEFDAB8A5E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1">
              <a:extLst>
                <a:ext uri="{FF2B5EF4-FFF2-40B4-BE49-F238E27FC236}">
                  <a16:creationId xmlns:a16="http://schemas.microsoft.com/office/drawing/2014/main" id="{62960151-D61C-63B5-FC3B-FA73948D449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2">
              <a:extLst>
                <a:ext uri="{FF2B5EF4-FFF2-40B4-BE49-F238E27FC236}">
                  <a16:creationId xmlns:a16="http://schemas.microsoft.com/office/drawing/2014/main" id="{85574F71-D595-1F8C-209D-43CEAC1BAEC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3">
              <a:extLst>
                <a:ext uri="{FF2B5EF4-FFF2-40B4-BE49-F238E27FC236}">
                  <a16:creationId xmlns:a16="http://schemas.microsoft.com/office/drawing/2014/main" id="{4662524B-BD1A-A76A-8CAB-4720E4A236A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4">
              <a:extLst>
                <a:ext uri="{FF2B5EF4-FFF2-40B4-BE49-F238E27FC236}">
                  <a16:creationId xmlns:a16="http://schemas.microsoft.com/office/drawing/2014/main" id="{91E89827-D635-E330-2423-9D59BBAC7E9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5">
              <a:extLst>
                <a:ext uri="{FF2B5EF4-FFF2-40B4-BE49-F238E27FC236}">
                  <a16:creationId xmlns:a16="http://schemas.microsoft.com/office/drawing/2014/main" id="{D4D51FB7-2507-6A29-54BC-78DE24E9C14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6">
              <a:extLst>
                <a:ext uri="{FF2B5EF4-FFF2-40B4-BE49-F238E27FC236}">
                  <a16:creationId xmlns:a16="http://schemas.microsoft.com/office/drawing/2014/main" id="{5AF447D4-379E-76D6-9BC4-BC96D675E9A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17">
              <a:extLst>
                <a:ext uri="{FF2B5EF4-FFF2-40B4-BE49-F238E27FC236}">
                  <a16:creationId xmlns:a16="http://schemas.microsoft.com/office/drawing/2014/main" id="{8C2B831C-079C-679F-08FC-A4CB3CE08E3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18">
              <a:extLst>
                <a:ext uri="{FF2B5EF4-FFF2-40B4-BE49-F238E27FC236}">
                  <a16:creationId xmlns:a16="http://schemas.microsoft.com/office/drawing/2014/main" id="{C1D15072-5EAE-8516-A8BB-B1A386E736A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19">
              <a:extLst>
                <a:ext uri="{FF2B5EF4-FFF2-40B4-BE49-F238E27FC236}">
                  <a16:creationId xmlns:a16="http://schemas.microsoft.com/office/drawing/2014/main" id="{51F569E0-CE8C-9B01-FC4C-5FD14827ECE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0">
              <a:extLst>
                <a:ext uri="{FF2B5EF4-FFF2-40B4-BE49-F238E27FC236}">
                  <a16:creationId xmlns:a16="http://schemas.microsoft.com/office/drawing/2014/main" id="{30369072-3425-CC0C-8291-B3C0E7BA8F8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1">
              <a:extLst>
                <a:ext uri="{FF2B5EF4-FFF2-40B4-BE49-F238E27FC236}">
                  <a16:creationId xmlns:a16="http://schemas.microsoft.com/office/drawing/2014/main" id="{6F9886B5-63E1-62E7-8EDB-97E05ED1A0D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2">
              <a:extLst>
                <a:ext uri="{FF2B5EF4-FFF2-40B4-BE49-F238E27FC236}">
                  <a16:creationId xmlns:a16="http://schemas.microsoft.com/office/drawing/2014/main" id="{724C68BE-EEE2-3C15-ECB3-6CD2D23ADB3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3">
              <a:extLst>
                <a:ext uri="{FF2B5EF4-FFF2-40B4-BE49-F238E27FC236}">
                  <a16:creationId xmlns:a16="http://schemas.microsoft.com/office/drawing/2014/main" id="{58F674D2-A04F-60CC-4D12-48BD9BF8EFF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4">
              <a:extLst>
                <a:ext uri="{FF2B5EF4-FFF2-40B4-BE49-F238E27FC236}">
                  <a16:creationId xmlns:a16="http://schemas.microsoft.com/office/drawing/2014/main" id="{F000F07D-66E5-68C4-94AF-1D444365971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5">
              <a:extLst>
                <a:ext uri="{FF2B5EF4-FFF2-40B4-BE49-F238E27FC236}">
                  <a16:creationId xmlns:a16="http://schemas.microsoft.com/office/drawing/2014/main" id="{6C49C3C2-F0C6-4EE9-8EBD-069E69D2994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6">
              <a:extLst>
                <a:ext uri="{FF2B5EF4-FFF2-40B4-BE49-F238E27FC236}">
                  <a16:creationId xmlns:a16="http://schemas.microsoft.com/office/drawing/2014/main" id="{2CF6FC69-94C7-16FE-C1E7-D85FB3DB5EC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7">
              <a:extLst>
                <a:ext uri="{FF2B5EF4-FFF2-40B4-BE49-F238E27FC236}">
                  <a16:creationId xmlns:a16="http://schemas.microsoft.com/office/drawing/2014/main" id="{72972B26-84F9-E3B6-09F0-EABD624D26A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8">
              <a:extLst>
                <a:ext uri="{FF2B5EF4-FFF2-40B4-BE49-F238E27FC236}">
                  <a16:creationId xmlns:a16="http://schemas.microsoft.com/office/drawing/2014/main" id="{6F1B9ADF-DBA3-79A8-41D4-5A3266B6080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9">
              <a:extLst>
                <a:ext uri="{FF2B5EF4-FFF2-40B4-BE49-F238E27FC236}">
                  <a16:creationId xmlns:a16="http://schemas.microsoft.com/office/drawing/2014/main" id="{33C86D5C-E89A-ED3C-A3B3-1A741ED9CD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218340201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3 contents_partially blue_icons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9B0BB0C3-8B14-D7A0-22C8-9E1360E9013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158180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B0BB0C3-8B14-D7A0-22C8-9E1360E901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Textplatzhalter 7">
            <a:extLst>
              <a:ext uri="{FF2B5EF4-FFF2-40B4-BE49-F238E27FC236}">
                <a16:creationId xmlns:a16="http://schemas.microsoft.com/office/drawing/2014/main" id="{F1FC4F1B-E9C6-966B-920C-3061CEEC48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47" name="Titel 46">
            <a:extLst>
              <a:ext uri="{FF2B5EF4-FFF2-40B4-BE49-F238E27FC236}">
                <a16:creationId xmlns:a16="http://schemas.microsoft.com/office/drawing/2014/main" id="{84B33954-CB87-B6B4-DC18-69C037BC4B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9CDA8A8-1015-9B7B-654A-5E6F1DD92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2705100"/>
            <a:ext cx="12192000" cy="415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2" name="Gruppieren 14">
            <a:extLst>
              <a:ext uri="{FF2B5EF4-FFF2-40B4-BE49-F238E27FC236}">
                <a16:creationId xmlns:a16="http://schemas.microsoft.com/office/drawing/2014/main" id="{3D26CF4C-72A5-6B6A-7624-A72678029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1CB27D3F-9606-580E-BDD9-CE8DDBBFD44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E0D05D38-E398-D186-9CF4-AEDA80D01872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2B03C505-B8EA-1192-90BB-F87CF4D9EAC3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844E6A7-CA98-60CE-F5DC-53F69A2E7D3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37769AD5-06C3-5F20-18D8-9ECF139B505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2E2D228B-4846-7FD9-144C-02B7A46BAD8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3">
              <a:extLst>
                <a:ext uri="{FF2B5EF4-FFF2-40B4-BE49-F238E27FC236}">
                  <a16:creationId xmlns:a16="http://schemas.microsoft.com/office/drawing/2014/main" id="{E7551721-1895-4910-2A05-D51BEEEC817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4">
              <a:extLst>
                <a:ext uri="{FF2B5EF4-FFF2-40B4-BE49-F238E27FC236}">
                  <a16:creationId xmlns:a16="http://schemas.microsoft.com/office/drawing/2014/main" id="{BF20BFC6-4805-2805-1668-A611B87385A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64320ADC-F744-CD2A-528C-3C32E020722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455F9A16-03F8-EB23-6EFE-27B08043D60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80E74BE3-1E02-91EC-B8D9-2ADA9B3E078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50F1895C-B064-DFA4-013E-0A2F1AFA149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9">
              <a:extLst>
                <a:ext uri="{FF2B5EF4-FFF2-40B4-BE49-F238E27FC236}">
                  <a16:creationId xmlns:a16="http://schemas.microsoft.com/office/drawing/2014/main" id="{2AF079E8-FE7B-E61A-119F-1E87C3C064F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0">
              <a:extLst>
                <a:ext uri="{FF2B5EF4-FFF2-40B4-BE49-F238E27FC236}">
                  <a16:creationId xmlns:a16="http://schemas.microsoft.com/office/drawing/2014/main" id="{B2D9D03B-1C09-2224-7701-7C1CBDA3399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B7145DBC-D5B0-D346-10DA-C118C6EB808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3C057F22-601B-EEA3-B9BD-850CF99777A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7A008F0D-7217-1530-0C3B-45B80FD48E3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4">
              <a:extLst>
                <a:ext uri="{FF2B5EF4-FFF2-40B4-BE49-F238E27FC236}">
                  <a16:creationId xmlns:a16="http://schemas.microsoft.com/office/drawing/2014/main" id="{719FF7D7-E573-E43F-A005-5D7593129F3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5">
              <a:extLst>
                <a:ext uri="{FF2B5EF4-FFF2-40B4-BE49-F238E27FC236}">
                  <a16:creationId xmlns:a16="http://schemas.microsoft.com/office/drawing/2014/main" id="{A805197E-2FA4-60CF-6A00-0AA591E5E94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6">
              <a:extLst>
                <a:ext uri="{FF2B5EF4-FFF2-40B4-BE49-F238E27FC236}">
                  <a16:creationId xmlns:a16="http://schemas.microsoft.com/office/drawing/2014/main" id="{2BE3BA4C-89F0-65B3-C53A-039886E98D9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7">
              <a:extLst>
                <a:ext uri="{FF2B5EF4-FFF2-40B4-BE49-F238E27FC236}">
                  <a16:creationId xmlns:a16="http://schemas.microsoft.com/office/drawing/2014/main" id="{9F6A5AE4-1760-4408-0CEF-39D9449B6C8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8">
              <a:extLst>
                <a:ext uri="{FF2B5EF4-FFF2-40B4-BE49-F238E27FC236}">
                  <a16:creationId xmlns:a16="http://schemas.microsoft.com/office/drawing/2014/main" id="{72A5ECCB-9C5C-E375-12F4-3CF7BB6C897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3" name="Freeform 29">
              <a:extLst>
                <a:ext uri="{FF2B5EF4-FFF2-40B4-BE49-F238E27FC236}">
                  <a16:creationId xmlns:a16="http://schemas.microsoft.com/office/drawing/2014/main" id="{6E5363BB-5242-147C-676A-2230CAA5415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16" name="Textplatzhalter 52">
            <a:extLst>
              <a:ext uri="{FF2B5EF4-FFF2-40B4-BE49-F238E27FC236}">
                <a16:creationId xmlns:a16="http://schemas.microsoft.com/office/drawing/2014/main" id="{1F73B022-5CA7-2F60-B118-DD9DDDE9D1A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988" y="2894921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281B0F78-288A-1D3F-EB23-2284535B406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3337060"/>
            <a:ext cx="3600451" cy="3044689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7" name="Textplatzhalter 52">
            <a:extLst>
              <a:ext uri="{FF2B5EF4-FFF2-40B4-BE49-F238E27FC236}">
                <a16:creationId xmlns:a16="http://schemas.microsoft.com/office/drawing/2014/main" id="{87EFD4B6-004A-D04B-5D26-2E20B513444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96175" y="2894921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4" name="Inhaltsplatzhalter 3">
            <a:extLst>
              <a:ext uri="{FF2B5EF4-FFF2-40B4-BE49-F238E27FC236}">
                <a16:creationId xmlns:a16="http://schemas.microsoft.com/office/drawing/2014/main" id="{0F28BA33-3194-E68F-6877-7BA7B190E92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96175" y="3337060"/>
            <a:ext cx="3600451" cy="3044689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8" name="Textplatzhalter 52">
            <a:extLst>
              <a:ext uri="{FF2B5EF4-FFF2-40B4-BE49-F238E27FC236}">
                <a16:creationId xmlns:a16="http://schemas.microsoft.com/office/drawing/2014/main" id="{66F59C08-1EC8-173B-ABAB-6F9A850C54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84362" y="2894921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5" name="Inhaltsplatzhalter 3">
            <a:extLst>
              <a:ext uri="{FF2B5EF4-FFF2-40B4-BE49-F238E27FC236}">
                <a16:creationId xmlns:a16="http://schemas.microsoft.com/office/drawing/2014/main" id="{FC1F66D6-EE5F-AFA8-FB77-459578498BA8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8184362" y="3337060"/>
            <a:ext cx="3600451" cy="3044689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7C3858E-79E9-BC76-2ADC-439FDC02A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42012" y="1325602"/>
            <a:ext cx="932400" cy="9324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marL="252000" indent="-252000" algn="l"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22297CB-0F10-F289-CFB9-75B631EA7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629800" y="1325602"/>
            <a:ext cx="932400" cy="9324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marL="252000" indent="-252000" algn="l"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D9ABE77-A864-5333-5FAB-2DB96F059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517588" y="1325602"/>
            <a:ext cx="932400" cy="9324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marL="252000" indent="-252000" algn="l"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A89F6A-0E67-4481-8AD9-D887712E51A9}" type="datetime1">
              <a:rPr lang="de-DE" smtClean="0"/>
              <a:pPr/>
              <a:t>28.06.26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B15783D-F67B-F14B-07FE-776E59095DBB}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3620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contents_partially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2F5CEF6D-1B6B-2A68-3496-9F8C15E8783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935536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F5CEF6D-1B6B-2A68-3496-9F8C15E878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Textplatzhalter 7">
            <a:extLst>
              <a:ext uri="{FF2B5EF4-FFF2-40B4-BE49-F238E27FC236}">
                <a16:creationId xmlns:a16="http://schemas.microsoft.com/office/drawing/2014/main" id="{F1FC4F1B-E9C6-966B-920C-3061CEEC48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47" name="Titel 46">
            <a:extLst>
              <a:ext uri="{FF2B5EF4-FFF2-40B4-BE49-F238E27FC236}">
                <a16:creationId xmlns:a16="http://schemas.microsoft.com/office/drawing/2014/main" id="{84B33954-CB87-B6B4-DC18-69C037BC4B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9CDA8A8-1015-9B7B-654A-5E6F1DD92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2705100"/>
            <a:ext cx="12192000" cy="415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3" name="Textplatzhalter 52">
            <a:extLst>
              <a:ext uri="{FF2B5EF4-FFF2-40B4-BE49-F238E27FC236}">
                <a16:creationId xmlns:a16="http://schemas.microsoft.com/office/drawing/2014/main" id="{753FD64C-7EAD-C2C7-3E96-AA2C42B2A26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988" y="2074373"/>
            <a:ext cx="3600450" cy="432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40" name="Inhaltsplatzhalter 39">
            <a:extLst>
              <a:ext uri="{FF2B5EF4-FFF2-40B4-BE49-F238E27FC236}">
                <a16:creationId xmlns:a16="http://schemas.microsoft.com/office/drawing/2014/main" id="{1138C8AE-BB46-7FCF-347A-02034611336F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07988" y="2900105"/>
            <a:ext cx="3600450" cy="3481645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4" name="Textplatzhalter 52">
            <a:extLst>
              <a:ext uri="{FF2B5EF4-FFF2-40B4-BE49-F238E27FC236}">
                <a16:creationId xmlns:a16="http://schemas.microsoft.com/office/drawing/2014/main" id="{9F54C9DF-FEFB-9882-DC94-F458A7BFE8D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96174" y="2074373"/>
            <a:ext cx="3600450" cy="432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42" name="Inhaltsplatzhalter 39">
            <a:extLst>
              <a:ext uri="{FF2B5EF4-FFF2-40B4-BE49-F238E27FC236}">
                <a16:creationId xmlns:a16="http://schemas.microsoft.com/office/drawing/2014/main" id="{EFA9BF1A-794A-38D8-7EA1-630D6673BF8E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296175" y="2900105"/>
            <a:ext cx="3600450" cy="3481645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5" name="Textplatzhalter 52">
            <a:extLst>
              <a:ext uri="{FF2B5EF4-FFF2-40B4-BE49-F238E27FC236}">
                <a16:creationId xmlns:a16="http://schemas.microsoft.com/office/drawing/2014/main" id="{952FCD7C-7953-4A29-5C6B-C702161DCC7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84360" y="2074373"/>
            <a:ext cx="3600450" cy="432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43" name="Inhaltsplatzhalter 39">
            <a:extLst>
              <a:ext uri="{FF2B5EF4-FFF2-40B4-BE49-F238E27FC236}">
                <a16:creationId xmlns:a16="http://schemas.microsoft.com/office/drawing/2014/main" id="{63DC239F-DFEF-CF00-F79A-451EBEA6AC4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84362" y="2900105"/>
            <a:ext cx="3600450" cy="3481645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grpSp>
        <p:nvGrpSpPr>
          <p:cNvPr id="2" name="Gruppieren 14">
            <a:extLst>
              <a:ext uri="{FF2B5EF4-FFF2-40B4-BE49-F238E27FC236}">
                <a16:creationId xmlns:a16="http://schemas.microsoft.com/office/drawing/2014/main" id="{3D26CF4C-72A5-6B6A-7624-A72678029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1CB27D3F-9606-580E-BDD9-CE8DDBBFD44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E0D05D38-E398-D186-9CF4-AEDA80D01872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2B03C505-B8EA-1192-90BB-F87CF4D9EAC3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844E6A7-CA98-60CE-F5DC-53F69A2E7D3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37769AD5-06C3-5F20-18D8-9ECF139B505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2E2D228B-4846-7FD9-144C-02B7A46BAD8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3">
              <a:extLst>
                <a:ext uri="{FF2B5EF4-FFF2-40B4-BE49-F238E27FC236}">
                  <a16:creationId xmlns:a16="http://schemas.microsoft.com/office/drawing/2014/main" id="{E7551721-1895-4910-2A05-D51BEEEC817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4">
              <a:extLst>
                <a:ext uri="{FF2B5EF4-FFF2-40B4-BE49-F238E27FC236}">
                  <a16:creationId xmlns:a16="http://schemas.microsoft.com/office/drawing/2014/main" id="{BF20BFC6-4805-2805-1668-A611B87385A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64320ADC-F744-CD2A-528C-3C32E020722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455F9A16-03F8-EB23-6EFE-27B08043D60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80E74BE3-1E02-91EC-B8D9-2ADA9B3E078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50F1895C-B064-DFA4-013E-0A2F1AFA149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9">
              <a:extLst>
                <a:ext uri="{FF2B5EF4-FFF2-40B4-BE49-F238E27FC236}">
                  <a16:creationId xmlns:a16="http://schemas.microsoft.com/office/drawing/2014/main" id="{2AF079E8-FE7B-E61A-119F-1E87C3C064F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0">
              <a:extLst>
                <a:ext uri="{FF2B5EF4-FFF2-40B4-BE49-F238E27FC236}">
                  <a16:creationId xmlns:a16="http://schemas.microsoft.com/office/drawing/2014/main" id="{B2D9D03B-1C09-2224-7701-7C1CBDA3399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B7145DBC-D5B0-D346-10DA-C118C6EB808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3C057F22-601B-EEA3-B9BD-850CF99777A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7A008F0D-7217-1530-0C3B-45B80FD48E3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4">
              <a:extLst>
                <a:ext uri="{FF2B5EF4-FFF2-40B4-BE49-F238E27FC236}">
                  <a16:creationId xmlns:a16="http://schemas.microsoft.com/office/drawing/2014/main" id="{719FF7D7-E573-E43F-A005-5D7593129F3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5">
              <a:extLst>
                <a:ext uri="{FF2B5EF4-FFF2-40B4-BE49-F238E27FC236}">
                  <a16:creationId xmlns:a16="http://schemas.microsoft.com/office/drawing/2014/main" id="{A805197E-2FA4-60CF-6A00-0AA591E5E94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6">
              <a:extLst>
                <a:ext uri="{FF2B5EF4-FFF2-40B4-BE49-F238E27FC236}">
                  <a16:creationId xmlns:a16="http://schemas.microsoft.com/office/drawing/2014/main" id="{2BE3BA4C-89F0-65B3-C53A-039886E98D9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7">
              <a:extLst>
                <a:ext uri="{FF2B5EF4-FFF2-40B4-BE49-F238E27FC236}">
                  <a16:creationId xmlns:a16="http://schemas.microsoft.com/office/drawing/2014/main" id="{9F6A5AE4-1760-4408-0CEF-39D9449B6C8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8">
              <a:extLst>
                <a:ext uri="{FF2B5EF4-FFF2-40B4-BE49-F238E27FC236}">
                  <a16:creationId xmlns:a16="http://schemas.microsoft.com/office/drawing/2014/main" id="{72A5ECCB-9C5C-E375-12F4-3CF7BB6C897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3" name="Freeform 29">
              <a:extLst>
                <a:ext uri="{FF2B5EF4-FFF2-40B4-BE49-F238E27FC236}">
                  <a16:creationId xmlns:a16="http://schemas.microsoft.com/office/drawing/2014/main" id="{6E5363BB-5242-147C-676A-2230CAA5415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A89F6A-0E67-4481-8AD9-D887712E51A9}" type="datetime1">
              <a:rPr lang="de-DE" smtClean="0"/>
              <a:pPr/>
              <a:t>28.06.26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B15783D-F67B-F14B-07FE-776E59095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211173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contents + picture 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platzhalter 7">
            <a:extLst>
              <a:ext uri="{FF2B5EF4-FFF2-40B4-BE49-F238E27FC236}">
                <a16:creationId xmlns:a16="http://schemas.microsoft.com/office/drawing/2014/main" id="{F1FC4F1B-E9C6-966B-920C-3061CEEC48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47" name="Titel 46">
            <a:extLst>
              <a:ext uri="{FF2B5EF4-FFF2-40B4-BE49-F238E27FC236}">
                <a16:creationId xmlns:a16="http://schemas.microsoft.com/office/drawing/2014/main" id="{84B33954-CB87-B6B4-DC18-69C037BC4B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9CDA8A8-1015-9B7B-654A-5E6F1DD92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3657600"/>
            <a:ext cx="12192000" cy="320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3" name="Textplatzhalter 52">
            <a:extLst>
              <a:ext uri="{FF2B5EF4-FFF2-40B4-BE49-F238E27FC236}">
                <a16:creationId xmlns:a16="http://schemas.microsoft.com/office/drawing/2014/main" id="{753FD64C-7EAD-C2C7-3E96-AA2C42B2A26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988" y="3849561"/>
            <a:ext cx="3600450" cy="276999"/>
          </a:xfrm>
        </p:spPr>
        <p:txBody>
          <a:bodyPr wrap="square">
            <a:no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40" name="Inhaltsplatzhalter 39">
            <a:extLst>
              <a:ext uri="{FF2B5EF4-FFF2-40B4-BE49-F238E27FC236}">
                <a16:creationId xmlns:a16="http://schemas.microsoft.com/office/drawing/2014/main" id="{1138C8AE-BB46-7FCF-347A-02034611336F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07988" y="4298157"/>
            <a:ext cx="3600450" cy="2076450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4" name="Textplatzhalter 52">
            <a:extLst>
              <a:ext uri="{FF2B5EF4-FFF2-40B4-BE49-F238E27FC236}">
                <a16:creationId xmlns:a16="http://schemas.microsoft.com/office/drawing/2014/main" id="{9F54C9DF-FEFB-9882-DC94-F458A7BFE8D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96174" y="3849561"/>
            <a:ext cx="3600450" cy="276999"/>
          </a:xfrm>
        </p:spPr>
        <p:txBody>
          <a:bodyPr wrap="square">
            <a:no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42" name="Inhaltsplatzhalter 39">
            <a:extLst>
              <a:ext uri="{FF2B5EF4-FFF2-40B4-BE49-F238E27FC236}">
                <a16:creationId xmlns:a16="http://schemas.microsoft.com/office/drawing/2014/main" id="{EFA9BF1A-794A-38D8-7EA1-630D6673BF8E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296175" y="4298157"/>
            <a:ext cx="3600450" cy="2076450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5" name="Textplatzhalter 52">
            <a:extLst>
              <a:ext uri="{FF2B5EF4-FFF2-40B4-BE49-F238E27FC236}">
                <a16:creationId xmlns:a16="http://schemas.microsoft.com/office/drawing/2014/main" id="{952FCD7C-7953-4A29-5C6B-C702161DCC7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84360" y="3849561"/>
            <a:ext cx="3600450" cy="276999"/>
          </a:xfrm>
        </p:spPr>
        <p:txBody>
          <a:bodyPr wrap="square">
            <a:no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43" name="Inhaltsplatzhalter 39">
            <a:extLst>
              <a:ext uri="{FF2B5EF4-FFF2-40B4-BE49-F238E27FC236}">
                <a16:creationId xmlns:a16="http://schemas.microsoft.com/office/drawing/2014/main" id="{63DC239F-DFEF-CF00-F79A-451EBEA6AC4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84362" y="4298157"/>
            <a:ext cx="3600450" cy="2076450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grpSp>
        <p:nvGrpSpPr>
          <p:cNvPr id="2" name="Gruppieren 14">
            <a:extLst>
              <a:ext uri="{FF2B5EF4-FFF2-40B4-BE49-F238E27FC236}">
                <a16:creationId xmlns:a16="http://schemas.microsoft.com/office/drawing/2014/main" id="{3D26CF4C-72A5-6B6A-7624-A72678029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1CB27D3F-9606-580E-BDD9-CE8DDBBFD44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E0D05D38-E398-D186-9CF4-AEDA80D01872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2B03C505-B8EA-1192-90BB-F87CF4D9EAC3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844E6A7-CA98-60CE-F5DC-53F69A2E7D3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37769AD5-06C3-5F20-18D8-9ECF139B505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2E2D228B-4846-7FD9-144C-02B7A46BAD8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3">
              <a:extLst>
                <a:ext uri="{FF2B5EF4-FFF2-40B4-BE49-F238E27FC236}">
                  <a16:creationId xmlns:a16="http://schemas.microsoft.com/office/drawing/2014/main" id="{E7551721-1895-4910-2A05-D51BEEEC817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4">
              <a:extLst>
                <a:ext uri="{FF2B5EF4-FFF2-40B4-BE49-F238E27FC236}">
                  <a16:creationId xmlns:a16="http://schemas.microsoft.com/office/drawing/2014/main" id="{BF20BFC6-4805-2805-1668-A611B87385A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64320ADC-F744-CD2A-528C-3C32E020722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455F9A16-03F8-EB23-6EFE-27B08043D60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80E74BE3-1E02-91EC-B8D9-2ADA9B3E078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50F1895C-B064-DFA4-013E-0A2F1AFA149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9">
              <a:extLst>
                <a:ext uri="{FF2B5EF4-FFF2-40B4-BE49-F238E27FC236}">
                  <a16:creationId xmlns:a16="http://schemas.microsoft.com/office/drawing/2014/main" id="{2AF079E8-FE7B-E61A-119F-1E87C3C064F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0">
              <a:extLst>
                <a:ext uri="{FF2B5EF4-FFF2-40B4-BE49-F238E27FC236}">
                  <a16:creationId xmlns:a16="http://schemas.microsoft.com/office/drawing/2014/main" id="{B2D9D03B-1C09-2224-7701-7C1CBDA3399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B7145DBC-D5B0-D346-10DA-C118C6EB808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3C057F22-601B-EEA3-B9BD-850CF99777A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7A008F0D-7217-1530-0C3B-45B80FD48E3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4">
              <a:extLst>
                <a:ext uri="{FF2B5EF4-FFF2-40B4-BE49-F238E27FC236}">
                  <a16:creationId xmlns:a16="http://schemas.microsoft.com/office/drawing/2014/main" id="{719FF7D7-E573-E43F-A005-5D7593129F3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5">
              <a:extLst>
                <a:ext uri="{FF2B5EF4-FFF2-40B4-BE49-F238E27FC236}">
                  <a16:creationId xmlns:a16="http://schemas.microsoft.com/office/drawing/2014/main" id="{A805197E-2FA4-60CF-6A00-0AA591E5E94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6">
              <a:extLst>
                <a:ext uri="{FF2B5EF4-FFF2-40B4-BE49-F238E27FC236}">
                  <a16:creationId xmlns:a16="http://schemas.microsoft.com/office/drawing/2014/main" id="{2BE3BA4C-89F0-65B3-C53A-039886E98D9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7">
              <a:extLst>
                <a:ext uri="{FF2B5EF4-FFF2-40B4-BE49-F238E27FC236}">
                  <a16:creationId xmlns:a16="http://schemas.microsoft.com/office/drawing/2014/main" id="{9F6A5AE4-1760-4408-0CEF-39D9449B6C8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8">
              <a:extLst>
                <a:ext uri="{FF2B5EF4-FFF2-40B4-BE49-F238E27FC236}">
                  <a16:creationId xmlns:a16="http://schemas.microsoft.com/office/drawing/2014/main" id="{72A5ECCB-9C5C-E375-12F4-3CF7BB6C897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3" name="Freeform 29">
              <a:extLst>
                <a:ext uri="{FF2B5EF4-FFF2-40B4-BE49-F238E27FC236}">
                  <a16:creationId xmlns:a16="http://schemas.microsoft.com/office/drawing/2014/main" id="{6E5363BB-5242-147C-676A-2230CAA5415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6632DF3B-FF32-2FD4-7DEF-DAD5320390D0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55E70D4B-E00F-4E3D-9749-2A3BEC2D17A1}" type="datetime1">
              <a:rPr lang="de-DE" smtClean="0"/>
              <a:pPr/>
              <a:t>28.06.26</a:t>
            </a:fld>
            <a:endParaRPr lang="en-CA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A44B38B-F89A-804F-680A-7C157CEBE019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3" name="Textfeld 6">
            <a:extLst>
              <a:ext uri="{FF2B5EF4-FFF2-40B4-BE49-F238E27FC236}">
                <a16:creationId xmlns:a16="http://schemas.microsoft.com/office/drawing/2014/main" id="{F2F1DA49-FAA1-9A8B-757E-FA1DCE65CDE9}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102957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34023C7A-8E4B-FCFC-5284-21D503F905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3D6F78B-BEEC-1FB7-2E69-FE49143D21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A40536B-1835-EBC4-9FE6-D7BE052AA9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3108A-4CEC-450F-9F79-7958F0401B7E}" type="datetime1">
              <a:rPr lang="de-DE" smtClean="0"/>
              <a:t>28.06.26</a:t>
            </a:fld>
            <a:endParaRPr lang="en-CA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F1CF425-A9D3-7D88-070F-44D48BB89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8" name="Textplatzhalter 52">
            <a:extLst>
              <a:ext uri="{FF2B5EF4-FFF2-40B4-BE49-F238E27FC236}">
                <a16:creationId xmlns:a16="http://schemas.microsoft.com/office/drawing/2014/main" id="{F3F8D6D2-0834-19D5-57E4-AEFF09C7D86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7988" y="1484313"/>
            <a:ext cx="3600453" cy="4484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3D1A143C-ECA9-2E5A-7B7F-5017BAEBBBE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07988" y="2203647"/>
            <a:ext cx="3600453" cy="2400334"/>
          </a:xfrm>
          <a:custGeom>
            <a:avLst/>
            <a:gdLst>
              <a:gd name="connsiteX0" fmla="*/ 219579 w 3600453"/>
              <a:gd name="connsiteY0" fmla="*/ 0 h 2496065"/>
              <a:gd name="connsiteX1" fmla="*/ 316022 w 3600453"/>
              <a:gd name="connsiteY1" fmla="*/ 0 h 2496065"/>
              <a:gd name="connsiteX2" fmla="*/ 1030236 w 3600453"/>
              <a:gd name="connsiteY2" fmla="*/ 0 h 2496065"/>
              <a:gd name="connsiteX3" fmla="*/ 1126679 w 3600453"/>
              <a:gd name="connsiteY3" fmla="*/ 0 h 2496065"/>
              <a:gd name="connsiteX4" fmla="*/ 2473774 w 3600453"/>
              <a:gd name="connsiteY4" fmla="*/ 0 h 2496065"/>
              <a:gd name="connsiteX5" fmla="*/ 2570217 w 3600453"/>
              <a:gd name="connsiteY5" fmla="*/ 0 h 2496065"/>
              <a:gd name="connsiteX6" fmla="*/ 3284431 w 3600453"/>
              <a:gd name="connsiteY6" fmla="*/ 0 h 2496065"/>
              <a:gd name="connsiteX7" fmla="*/ 3380874 w 3600453"/>
              <a:gd name="connsiteY7" fmla="*/ 0 h 2496065"/>
              <a:gd name="connsiteX8" fmla="*/ 3600453 w 3600453"/>
              <a:gd name="connsiteY8" fmla="*/ 219579 h 2496065"/>
              <a:gd name="connsiteX9" fmla="*/ 3600453 w 3600453"/>
              <a:gd name="connsiteY9" fmla="*/ 2276486 h 2496065"/>
              <a:gd name="connsiteX10" fmla="*/ 3380874 w 3600453"/>
              <a:gd name="connsiteY10" fmla="*/ 2496065 h 2496065"/>
              <a:gd name="connsiteX11" fmla="*/ 3284431 w 3600453"/>
              <a:gd name="connsiteY11" fmla="*/ 2496065 h 2496065"/>
              <a:gd name="connsiteX12" fmla="*/ 2570217 w 3600453"/>
              <a:gd name="connsiteY12" fmla="*/ 2496065 h 2496065"/>
              <a:gd name="connsiteX13" fmla="*/ 2473774 w 3600453"/>
              <a:gd name="connsiteY13" fmla="*/ 2496065 h 2496065"/>
              <a:gd name="connsiteX14" fmla="*/ 1126679 w 3600453"/>
              <a:gd name="connsiteY14" fmla="*/ 2496065 h 2496065"/>
              <a:gd name="connsiteX15" fmla="*/ 1030236 w 3600453"/>
              <a:gd name="connsiteY15" fmla="*/ 2496065 h 2496065"/>
              <a:gd name="connsiteX16" fmla="*/ 316022 w 3600453"/>
              <a:gd name="connsiteY16" fmla="*/ 2496065 h 2496065"/>
              <a:gd name="connsiteX17" fmla="*/ 219579 w 3600453"/>
              <a:gd name="connsiteY17" fmla="*/ 2496065 h 2496065"/>
              <a:gd name="connsiteX18" fmla="*/ 0 w 3600453"/>
              <a:gd name="connsiteY18" fmla="*/ 2276486 h 2496065"/>
              <a:gd name="connsiteX19" fmla="*/ 0 w 3600453"/>
              <a:gd name="connsiteY19" fmla="*/ 219579 h 2496065"/>
              <a:gd name="connsiteX20" fmla="*/ 219579 w 3600453"/>
              <a:gd name="connsiteY20" fmla="*/ 0 h 249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600453" h="2496065">
                <a:moveTo>
                  <a:pt x="219579" y="0"/>
                </a:moveTo>
                <a:lnTo>
                  <a:pt x="316022" y="0"/>
                </a:lnTo>
                <a:lnTo>
                  <a:pt x="1030236" y="0"/>
                </a:lnTo>
                <a:lnTo>
                  <a:pt x="1126679" y="0"/>
                </a:lnTo>
                <a:lnTo>
                  <a:pt x="2473774" y="0"/>
                </a:lnTo>
                <a:lnTo>
                  <a:pt x="2570217" y="0"/>
                </a:lnTo>
                <a:lnTo>
                  <a:pt x="3284431" y="0"/>
                </a:lnTo>
                <a:lnTo>
                  <a:pt x="3380874" y="0"/>
                </a:lnTo>
                <a:cubicBezTo>
                  <a:pt x="3502144" y="0"/>
                  <a:pt x="3600453" y="98309"/>
                  <a:pt x="3600453" y="219579"/>
                </a:cubicBezTo>
                <a:lnTo>
                  <a:pt x="3600453" y="2276486"/>
                </a:lnTo>
                <a:cubicBezTo>
                  <a:pt x="3600453" y="2397757"/>
                  <a:pt x="3502144" y="2496065"/>
                  <a:pt x="3380874" y="2496065"/>
                </a:cubicBezTo>
                <a:lnTo>
                  <a:pt x="3284431" y="2496065"/>
                </a:lnTo>
                <a:lnTo>
                  <a:pt x="2570217" y="2496065"/>
                </a:lnTo>
                <a:lnTo>
                  <a:pt x="2473774" y="2496065"/>
                </a:lnTo>
                <a:lnTo>
                  <a:pt x="1126679" y="2496065"/>
                </a:lnTo>
                <a:lnTo>
                  <a:pt x="1030236" y="2496065"/>
                </a:lnTo>
                <a:lnTo>
                  <a:pt x="316022" y="2496065"/>
                </a:lnTo>
                <a:lnTo>
                  <a:pt x="219579" y="2496065"/>
                </a:lnTo>
                <a:cubicBezTo>
                  <a:pt x="98309" y="2496065"/>
                  <a:pt x="0" y="2397757"/>
                  <a:pt x="0" y="2276486"/>
                </a:cubicBezTo>
                <a:lnTo>
                  <a:pt x="0" y="219579"/>
                </a:lnTo>
                <a:cubicBezTo>
                  <a:pt x="0" y="98309"/>
                  <a:pt x="98309" y="0"/>
                  <a:pt x="21957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82CECA90-2BF7-8A85-C603-5D505B93B660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4891314"/>
            <a:ext cx="3600451" cy="1490435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24" name="Textplatzhalter 52">
            <a:extLst>
              <a:ext uri="{FF2B5EF4-FFF2-40B4-BE49-F238E27FC236}">
                <a16:creationId xmlns:a16="http://schemas.microsoft.com/office/drawing/2014/main" id="{EED001E8-B423-58CD-5037-02D950D18BA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96175" y="1484313"/>
            <a:ext cx="3600453" cy="4484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BDF3AAB4-A998-053F-511B-9D538D906AA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296175" y="2203647"/>
            <a:ext cx="3600453" cy="2400334"/>
          </a:xfrm>
          <a:custGeom>
            <a:avLst/>
            <a:gdLst>
              <a:gd name="connsiteX0" fmla="*/ 219579 w 3600453"/>
              <a:gd name="connsiteY0" fmla="*/ 0 h 2496065"/>
              <a:gd name="connsiteX1" fmla="*/ 316022 w 3600453"/>
              <a:gd name="connsiteY1" fmla="*/ 0 h 2496065"/>
              <a:gd name="connsiteX2" fmla="*/ 1030236 w 3600453"/>
              <a:gd name="connsiteY2" fmla="*/ 0 h 2496065"/>
              <a:gd name="connsiteX3" fmla="*/ 1126679 w 3600453"/>
              <a:gd name="connsiteY3" fmla="*/ 0 h 2496065"/>
              <a:gd name="connsiteX4" fmla="*/ 2473774 w 3600453"/>
              <a:gd name="connsiteY4" fmla="*/ 0 h 2496065"/>
              <a:gd name="connsiteX5" fmla="*/ 2570217 w 3600453"/>
              <a:gd name="connsiteY5" fmla="*/ 0 h 2496065"/>
              <a:gd name="connsiteX6" fmla="*/ 3284431 w 3600453"/>
              <a:gd name="connsiteY6" fmla="*/ 0 h 2496065"/>
              <a:gd name="connsiteX7" fmla="*/ 3380874 w 3600453"/>
              <a:gd name="connsiteY7" fmla="*/ 0 h 2496065"/>
              <a:gd name="connsiteX8" fmla="*/ 3600453 w 3600453"/>
              <a:gd name="connsiteY8" fmla="*/ 219579 h 2496065"/>
              <a:gd name="connsiteX9" fmla="*/ 3600453 w 3600453"/>
              <a:gd name="connsiteY9" fmla="*/ 2276486 h 2496065"/>
              <a:gd name="connsiteX10" fmla="*/ 3380874 w 3600453"/>
              <a:gd name="connsiteY10" fmla="*/ 2496065 h 2496065"/>
              <a:gd name="connsiteX11" fmla="*/ 3284431 w 3600453"/>
              <a:gd name="connsiteY11" fmla="*/ 2496065 h 2496065"/>
              <a:gd name="connsiteX12" fmla="*/ 2570217 w 3600453"/>
              <a:gd name="connsiteY12" fmla="*/ 2496065 h 2496065"/>
              <a:gd name="connsiteX13" fmla="*/ 2473774 w 3600453"/>
              <a:gd name="connsiteY13" fmla="*/ 2496065 h 2496065"/>
              <a:gd name="connsiteX14" fmla="*/ 1126679 w 3600453"/>
              <a:gd name="connsiteY14" fmla="*/ 2496065 h 2496065"/>
              <a:gd name="connsiteX15" fmla="*/ 1030236 w 3600453"/>
              <a:gd name="connsiteY15" fmla="*/ 2496065 h 2496065"/>
              <a:gd name="connsiteX16" fmla="*/ 316022 w 3600453"/>
              <a:gd name="connsiteY16" fmla="*/ 2496065 h 2496065"/>
              <a:gd name="connsiteX17" fmla="*/ 219579 w 3600453"/>
              <a:gd name="connsiteY17" fmla="*/ 2496065 h 2496065"/>
              <a:gd name="connsiteX18" fmla="*/ 0 w 3600453"/>
              <a:gd name="connsiteY18" fmla="*/ 2276486 h 2496065"/>
              <a:gd name="connsiteX19" fmla="*/ 0 w 3600453"/>
              <a:gd name="connsiteY19" fmla="*/ 219579 h 2496065"/>
              <a:gd name="connsiteX20" fmla="*/ 219579 w 3600453"/>
              <a:gd name="connsiteY20" fmla="*/ 0 h 249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600453" h="2496065">
                <a:moveTo>
                  <a:pt x="219579" y="0"/>
                </a:moveTo>
                <a:lnTo>
                  <a:pt x="316022" y="0"/>
                </a:lnTo>
                <a:lnTo>
                  <a:pt x="1030236" y="0"/>
                </a:lnTo>
                <a:lnTo>
                  <a:pt x="1126679" y="0"/>
                </a:lnTo>
                <a:lnTo>
                  <a:pt x="2473774" y="0"/>
                </a:lnTo>
                <a:lnTo>
                  <a:pt x="2570217" y="0"/>
                </a:lnTo>
                <a:lnTo>
                  <a:pt x="3284431" y="0"/>
                </a:lnTo>
                <a:lnTo>
                  <a:pt x="3380874" y="0"/>
                </a:lnTo>
                <a:cubicBezTo>
                  <a:pt x="3502144" y="0"/>
                  <a:pt x="3600453" y="98309"/>
                  <a:pt x="3600453" y="219579"/>
                </a:cubicBezTo>
                <a:lnTo>
                  <a:pt x="3600453" y="2276486"/>
                </a:lnTo>
                <a:cubicBezTo>
                  <a:pt x="3600453" y="2397757"/>
                  <a:pt x="3502144" y="2496065"/>
                  <a:pt x="3380874" y="2496065"/>
                </a:cubicBezTo>
                <a:lnTo>
                  <a:pt x="3284431" y="2496065"/>
                </a:lnTo>
                <a:lnTo>
                  <a:pt x="2570217" y="2496065"/>
                </a:lnTo>
                <a:lnTo>
                  <a:pt x="2473774" y="2496065"/>
                </a:lnTo>
                <a:lnTo>
                  <a:pt x="1126679" y="2496065"/>
                </a:lnTo>
                <a:lnTo>
                  <a:pt x="1030236" y="2496065"/>
                </a:lnTo>
                <a:lnTo>
                  <a:pt x="316022" y="2496065"/>
                </a:lnTo>
                <a:lnTo>
                  <a:pt x="219579" y="2496065"/>
                </a:lnTo>
                <a:cubicBezTo>
                  <a:pt x="98309" y="2496065"/>
                  <a:pt x="0" y="2397757"/>
                  <a:pt x="0" y="2276486"/>
                </a:cubicBezTo>
                <a:lnTo>
                  <a:pt x="0" y="219579"/>
                </a:lnTo>
                <a:cubicBezTo>
                  <a:pt x="0" y="98309"/>
                  <a:pt x="98309" y="0"/>
                  <a:pt x="21957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A370026F-7DED-2D84-8EA8-5C16F470CA1F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296175" y="4891314"/>
            <a:ext cx="3600449" cy="1490435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26" name="Textplatzhalter 52">
            <a:extLst>
              <a:ext uri="{FF2B5EF4-FFF2-40B4-BE49-F238E27FC236}">
                <a16:creationId xmlns:a16="http://schemas.microsoft.com/office/drawing/2014/main" id="{8D222BAA-0ABD-6C65-7ED9-7F0B2E524D7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84362" y="1484313"/>
            <a:ext cx="3600453" cy="4484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A7DBC71C-581E-1931-849E-FFAC51337EBC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184362" y="2203647"/>
            <a:ext cx="3600453" cy="2400334"/>
          </a:xfrm>
          <a:custGeom>
            <a:avLst/>
            <a:gdLst>
              <a:gd name="connsiteX0" fmla="*/ 219579 w 3600453"/>
              <a:gd name="connsiteY0" fmla="*/ 0 h 2496065"/>
              <a:gd name="connsiteX1" fmla="*/ 316022 w 3600453"/>
              <a:gd name="connsiteY1" fmla="*/ 0 h 2496065"/>
              <a:gd name="connsiteX2" fmla="*/ 1030236 w 3600453"/>
              <a:gd name="connsiteY2" fmla="*/ 0 h 2496065"/>
              <a:gd name="connsiteX3" fmla="*/ 1126679 w 3600453"/>
              <a:gd name="connsiteY3" fmla="*/ 0 h 2496065"/>
              <a:gd name="connsiteX4" fmla="*/ 2473774 w 3600453"/>
              <a:gd name="connsiteY4" fmla="*/ 0 h 2496065"/>
              <a:gd name="connsiteX5" fmla="*/ 2570217 w 3600453"/>
              <a:gd name="connsiteY5" fmla="*/ 0 h 2496065"/>
              <a:gd name="connsiteX6" fmla="*/ 3284431 w 3600453"/>
              <a:gd name="connsiteY6" fmla="*/ 0 h 2496065"/>
              <a:gd name="connsiteX7" fmla="*/ 3380874 w 3600453"/>
              <a:gd name="connsiteY7" fmla="*/ 0 h 2496065"/>
              <a:gd name="connsiteX8" fmla="*/ 3600453 w 3600453"/>
              <a:gd name="connsiteY8" fmla="*/ 219579 h 2496065"/>
              <a:gd name="connsiteX9" fmla="*/ 3600453 w 3600453"/>
              <a:gd name="connsiteY9" fmla="*/ 2276486 h 2496065"/>
              <a:gd name="connsiteX10" fmla="*/ 3380874 w 3600453"/>
              <a:gd name="connsiteY10" fmla="*/ 2496065 h 2496065"/>
              <a:gd name="connsiteX11" fmla="*/ 3284431 w 3600453"/>
              <a:gd name="connsiteY11" fmla="*/ 2496065 h 2496065"/>
              <a:gd name="connsiteX12" fmla="*/ 2570217 w 3600453"/>
              <a:gd name="connsiteY12" fmla="*/ 2496065 h 2496065"/>
              <a:gd name="connsiteX13" fmla="*/ 2473774 w 3600453"/>
              <a:gd name="connsiteY13" fmla="*/ 2496065 h 2496065"/>
              <a:gd name="connsiteX14" fmla="*/ 1126679 w 3600453"/>
              <a:gd name="connsiteY14" fmla="*/ 2496065 h 2496065"/>
              <a:gd name="connsiteX15" fmla="*/ 1030236 w 3600453"/>
              <a:gd name="connsiteY15" fmla="*/ 2496065 h 2496065"/>
              <a:gd name="connsiteX16" fmla="*/ 316022 w 3600453"/>
              <a:gd name="connsiteY16" fmla="*/ 2496065 h 2496065"/>
              <a:gd name="connsiteX17" fmla="*/ 219579 w 3600453"/>
              <a:gd name="connsiteY17" fmla="*/ 2496065 h 2496065"/>
              <a:gd name="connsiteX18" fmla="*/ 0 w 3600453"/>
              <a:gd name="connsiteY18" fmla="*/ 2276486 h 2496065"/>
              <a:gd name="connsiteX19" fmla="*/ 0 w 3600453"/>
              <a:gd name="connsiteY19" fmla="*/ 219579 h 2496065"/>
              <a:gd name="connsiteX20" fmla="*/ 219579 w 3600453"/>
              <a:gd name="connsiteY20" fmla="*/ 0 h 249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600453" h="2496065">
                <a:moveTo>
                  <a:pt x="219579" y="0"/>
                </a:moveTo>
                <a:lnTo>
                  <a:pt x="316022" y="0"/>
                </a:lnTo>
                <a:lnTo>
                  <a:pt x="1030236" y="0"/>
                </a:lnTo>
                <a:lnTo>
                  <a:pt x="1126679" y="0"/>
                </a:lnTo>
                <a:lnTo>
                  <a:pt x="2473774" y="0"/>
                </a:lnTo>
                <a:lnTo>
                  <a:pt x="2570217" y="0"/>
                </a:lnTo>
                <a:lnTo>
                  <a:pt x="3284431" y="0"/>
                </a:lnTo>
                <a:lnTo>
                  <a:pt x="3380874" y="0"/>
                </a:lnTo>
                <a:cubicBezTo>
                  <a:pt x="3502144" y="0"/>
                  <a:pt x="3600453" y="98309"/>
                  <a:pt x="3600453" y="219579"/>
                </a:cubicBezTo>
                <a:lnTo>
                  <a:pt x="3600453" y="2276486"/>
                </a:lnTo>
                <a:cubicBezTo>
                  <a:pt x="3600453" y="2397757"/>
                  <a:pt x="3502144" y="2496065"/>
                  <a:pt x="3380874" y="2496065"/>
                </a:cubicBezTo>
                <a:lnTo>
                  <a:pt x="3284431" y="2496065"/>
                </a:lnTo>
                <a:lnTo>
                  <a:pt x="2570217" y="2496065"/>
                </a:lnTo>
                <a:lnTo>
                  <a:pt x="2473774" y="2496065"/>
                </a:lnTo>
                <a:lnTo>
                  <a:pt x="1126679" y="2496065"/>
                </a:lnTo>
                <a:lnTo>
                  <a:pt x="1030236" y="2496065"/>
                </a:lnTo>
                <a:lnTo>
                  <a:pt x="316022" y="2496065"/>
                </a:lnTo>
                <a:lnTo>
                  <a:pt x="219579" y="2496065"/>
                </a:lnTo>
                <a:cubicBezTo>
                  <a:pt x="98309" y="2496065"/>
                  <a:pt x="0" y="2397757"/>
                  <a:pt x="0" y="2276486"/>
                </a:cubicBezTo>
                <a:lnTo>
                  <a:pt x="0" y="219579"/>
                </a:lnTo>
                <a:cubicBezTo>
                  <a:pt x="0" y="98309"/>
                  <a:pt x="98309" y="0"/>
                  <a:pt x="21957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7FACBBCF-213E-7C50-9000-454C3E748B57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8184362" y="4891314"/>
            <a:ext cx="3600447" cy="1490435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0303399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images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34023C7A-8E4B-FCFC-5284-21D503F905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3D6F78B-BEEC-1FB7-2E69-FE49143D21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A40536B-1835-EBC4-9FE6-D7BE052AA9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843108A-4CEC-450F-9F79-7958F0401B7E}" type="datetime1">
              <a:rPr lang="de-DE" smtClean="0"/>
              <a:pPr/>
              <a:t>28.06.26</a:t>
            </a:fld>
            <a:endParaRPr lang="en-CA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F1CF425-A9D3-7D88-070F-44D48BB89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474EC707-E6FC-67A5-B9A0-3CB0530AB6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4" name="Gruppieren 14">
            <a:extLst>
              <a:ext uri="{FF2B5EF4-FFF2-40B4-BE49-F238E27FC236}">
                <a16:creationId xmlns:a16="http://schemas.microsoft.com/office/drawing/2014/main" id="{6BE5F923-7209-2714-C5A8-0CD182C8B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15F14E8A-B426-7B40-D7D2-6764FCBAE14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47AF82EE-3D48-1966-74B1-D83DECB0805E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Rectangle 9">
              <a:extLst>
                <a:ext uri="{FF2B5EF4-FFF2-40B4-BE49-F238E27FC236}">
                  <a16:creationId xmlns:a16="http://schemas.microsoft.com/office/drawing/2014/main" id="{CAE1C3AA-EC47-1DF1-B903-39912C5A0D55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C0F5DBEF-AED4-B25E-81A6-FFC44C29D2E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83D9E7DC-2985-6842-DA56-F678B0053E0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12">
              <a:extLst>
                <a:ext uri="{FF2B5EF4-FFF2-40B4-BE49-F238E27FC236}">
                  <a16:creationId xmlns:a16="http://schemas.microsoft.com/office/drawing/2014/main" id="{709FEFE8-A816-EB8A-8106-3EE3FE448C7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13">
              <a:extLst>
                <a:ext uri="{FF2B5EF4-FFF2-40B4-BE49-F238E27FC236}">
                  <a16:creationId xmlns:a16="http://schemas.microsoft.com/office/drawing/2014/main" id="{A6A71ED2-128E-8F04-66D3-1470B42E083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14">
              <a:extLst>
                <a:ext uri="{FF2B5EF4-FFF2-40B4-BE49-F238E27FC236}">
                  <a16:creationId xmlns:a16="http://schemas.microsoft.com/office/drawing/2014/main" id="{94A1FCE3-3F68-04E4-E7CE-D27C9DCB0C3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15">
              <a:extLst>
                <a:ext uri="{FF2B5EF4-FFF2-40B4-BE49-F238E27FC236}">
                  <a16:creationId xmlns:a16="http://schemas.microsoft.com/office/drawing/2014/main" id="{81BFE46D-5AE2-710E-0340-15E7B1DAF1C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16">
              <a:extLst>
                <a:ext uri="{FF2B5EF4-FFF2-40B4-BE49-F238E27FC236}">
                  <a16:creationId xmlns:a16="http://schemas.microsoft.com/office/drawing/2014/main" id="{E0A7A468-5E40-D87C-3B36-C7C88994894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17">
              <a:extLst>
                <a:ext uri="{FF2B5EF4-FFF2-40B4-BE49-F238E27FC236}">
                  <a16:creationId xmlns:a16="http://schemas.microsoft.com/office/drawing/2014/main" id="{4C9D2C2D-3029-8C60-DBBF-DDC49DDB34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18">
              <a:extLst>
                <a:ext uri="{FF2B5EF4-FFF2-40B4-BE49-F238E27FC236}">
                  <a16:creationId xmlns:a16="http://schemas.microsoft.com/office/drawing/2014/main" id="{AA3D1E87-1AA4-070B-4704-4F6852DD3FC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19">
              <a:extLst>
                <a:ext uri="{FF2B5EF4-FFF2-40B4-BE49-F238E27FC236}">
                  <a16:creationId xmlns:a16="http://schemas.microsoft.com/office/drawing/2014/main" id="{CBFE9AD8-2B49-E8CC-1511-5C7955F847C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0">
              <a:extLst>
                <a:ext uri="{FF2B5EF4-FFF2-40B4-BE49-F238E27FC236}">
                  <a16:creationId xmlns:a16="http://schemas.microsoft.com/office/drawing/2014/main" id="{E49801C7-3BA7-BEA3-6052-F0F1504F18B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1">
              <a:extLst>
                <a:ext uri="{FF2B5EF4-FFF2-40B4-BE49-F238E27FC236}">
                  <a16:creationId xmlns:a16="http://schemas.microsoft.com/office/drawing/2014/main" id="{3B431545-57E3-F956-83ED-05058B52C03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2">
              <a:extLst>
                <a:ext uri="{FF2B5EF4-FFF2-40B4-BE49-F238E27FC236}">
                  <a16:creationId xmlns:a16="http://schemas.microsoft.com/office/drawing/2014/main" id="{06B9B3C2-FD4D-D291-3EDC-4EC97F13DD2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3">
              <a:extLst>
                <a:ext uri="{FF2B5EF4-FFF2-40B4-BE49-F238E27FC236}">
                  <a16:creationId xmlns:a16="http://schemas.microsoft.com/office/drawing/2014/main" id="{66AAD2DD-E000-75E6-EA5F-E23B29B9DA3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4">
              <a:extLst>
                <a:ext uri="{FF2B5EF4-FFF2-40B4-BE49-F238E27FC236}">
                  <a16:creationId xmlns:a16="http://schemas.microsoft.com/office/drawing/2014/main" id="{A8370DF1-0C78-1A51-D18C-E52B0C77BE2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5">
              <a:extLst>
                <a:ext uri="{FF2B5EF4-FFF2-40B4-BE49-F238E27FC236}">
                  <a16:creationId xmlns:a16="http://schemas.microsoft.com/office/drawing/2014/main" id="{B981BBCE-7DBA-9155-10CE-DCCB0101CDA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6">
              <a:extLst>
                <a:ext uri="{FF2B5EF4-FFF2-40B4-BE49-F238E27FC236}">
                  <a16:creationId xmlns:a16="http://schemas.microsoft.com/office/drawing/2014/main" id="{4C50B18A-38F8-0126-E683-FC7604FFFEA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3" name="Freeform 27">
              <a:extLst>
                <a:ext uri="{FF2B5EF4-FFF2-40B4-BE49-F238E27FC236}">
                  <a16:creationId xmlns:a16="http://schemas.microsoft.com/office/drawing/2014/main" id="{DEB55550-5864-FF87-E699-FB49E620928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4" name="Freeform 28">
              <a:extLst>
                <a:ext uri="{FF2B5EF4-FFF2-40B4-BE49-F238E27FC236}">
                  <a16:creationId xmlns:a16="http://schemas.microsoft.com/office/drawing/2014/main" id="{8999F6B9-86C3-5CAF-DA3D-AF328201C37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5" name="Freeform 29">
              <a:extLst>
                <a:ext uri="{FF2B5EF4-FFF2-40B4-BE49-F238E27FC236}">
                  <a16:creationId xmlns:a16="http://schemas.microsoft.com/office/drawing/2014/main" id="{179F2E42-446A-266F-5881-7121CE623AF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13" name="Textplatzhalter 52">
            <a:extLst>
              <a:ext uri="{FF2B5EF4-FFF2-40B4-BE49-F238E27FC236}">
                <a16:creationId xmlns:a16="http://schemas.microsoft.com/office/drawing/2014/main" id="{84E2AD3C-8285-106A-1850-B4421F361B6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7987" y="1484313"/>
            <a:ext cx="3600453" cy="448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9" name="Textplatzhalter 52">
            <a:extLst>
              <a:ext uri="{FF2B5EF4-FFF2-40B4-BE49-F238E27FC236}">
                <a16:creationId xmlns:a16="http://schemas.microsoft.com/office/drawing/2014/main" id="{6EF9980A-92BD-3A10-110C-956FA8EDC1E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95771" y="1484313"/>
            <a:ext cx="3600453" cy="448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20" name="Textplatzhalter 52">
            <a:extLst>
              <a:ext uri="{FF2B5EF4-FFF2-40B4-BE49-F238E27FC236}">
                <a16:creationId xmlns:a16="http://schemas.microsoft.com/office/drawing/2014/main" id="{F8C5AA99-150C-F910-C80D-617DF468D96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83563" y="1484313"/>
            <a:ext cx="3600453" cy="448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9" name="Bildplatzhalter 9">
            <a:extLst>
              <a:ext uri="{FF2B5EF4-FFF2-40B4-BE49-F238E27FC236}">
                <a16:creationId xmlns:a16="http://schemas.microsoft.com/office/drawing/2014/main" id="{CAEF0431-B939-D32B-2BCE-8E17034F208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07988" y="2203647"/>
            <a:ext cx="3600453" cy="2400334"/>
          </a:xfrm>
          <a:custGeom>
            <a:avLst/>
            <a:gdLst>
              <a:gd name="connsiteX0" fmla="*/ 219579 w 3600453"/>
              <a:gd name="connsiteY0" fmla="*/ 0 h 2496065"/>
              <a:gd name="connsiteX1" fmla="*/ 316022 w 3600453"/>
              <a:gd name="connsiteY1" fmla="*/ 0 h 2496065"/>
              <a:gd name="connsiteX2" fmla="*/ 1030236 w 3600453"/>
              <a:gd name="connsiteY2" fmla="*/ 0 h 2496065"/>
              <a:gd name="connsiteX3" fmla="*/ 1126679 w 3600453"/>
              <a:gd name="connsiteY3" fmla="*/ 0 h 2496065"/>
              <a:gd name="connsiteX4" fmla="*/ 2473774 w 3600453"/>
              <a:gd name="connsiteY4" fmla="*/ 0 h 2496065"/>
              <a:gd name="connsiteX5" fmla="*/ 2570217 w 3600453"/>
              <a:gd name="connsiteY5" fmla="*/ 0 h 2496065"/>
              <a:gd name="connsiteX6" fmla="*/ 3284431 w 3600453"/>
              <a:gd name="connsiteY6" fmla="*/ 0 h 2496065"/>
              <a:gd name="connsiteX7" fmla="*/ 3380874 w 3600453"/>
              <a:gd name="connsiteY7" fmla="*/ 0 h 2496065"/>
              <a:gd name="connsiteX8" fmla="*/ 3600453 w 3600453"/>
              <a:gd name="connsiteY8" fmla="*/ 219579 h 2496065"/>
              <a:gd name="connsiteX9" fmla="*/ 3600453 w 3600453"/>
              <a:gd name="connsiteY9" fmla="*/ 2276486 h 2496065"/>
              <a:gd name="connsiteX10" fmla="*/ 3380874 w 3600453"/>
              <a:gd name="connsiteY10" fmla="*/ 2496065 h 2496065"/>
              <a:gd name="connsiteX11" fmla="*/ 3284431 w 3600453"/>
              <a:gd name="connsiteY11" fmla="*/ 2496065 h 2496065"/>
              <a:gd name="connsiteX12" fmla="*/ 2570217 w 3600453"/>
              <a:gd name="connsiteY12" fmla="*/ 2496065 h 2496065"/>
              <a:gd name="connsiteX13" fmla="*/ 2473774 w 3600453"/>
              <a:gd name="connsiteY13" fmla="*/ 2496065 h 2496065"/>
              <a:gd name="connsiteX14" fmla="*/ 1126679 w 3600453"/>
              <a:gd name="connsiteY14" fmla="*/ 2496065 h 2496065"/>
              <a:gd name="connsiteX15" fmla="*/ 1030236 w 3600453"/>
              <a:gd name="connsiteY15" fmla="*/ 2496065 h 2496065"/>
              <a:gd name="connsiteX16" fmla="*/ 316022 w 3600453"/>
              <a:gd name="connsiteY16" fmla="*/ 2496065 h 2496065"/>
              <a:gd name="connsiteX17" fmla="*/ 219579 w 3600453"/>
              <a:gd name="connsiteY17" fmla="*/ 2496065 h 2496065"/>
              <a:gd name="connsiteX18" fmla="*/ 0 w 3600453"/>
              <a:gd name="connsiteY18" fmla="*/ 2276486 h 2496065"/>
              <a:gd name="connsiteX19" fmla="*/ 0 w 3600453"/>
              <a:gd name="connsiteY19" fmla="*/ 219579 h 2496065"/>
              <a:gd name="connsiteX20" fmla="*/ 219579 w 3600453"/>
              <a:gd name="connsiteY20" fmla="*/ 0 h 249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600453" h="2496065">
                <a:moveTo>
                  <a:pt x="219579" y="0"/>
                </a:moveTo>
                <a:lnTo>
                  <a:pt x="316022" y="0"/>
                </a:lnTo>
                <a:lnTo>
                  <a:pt x="1030236" y="0"/>
                </a:lnTo>
                <a:lnTo>
                  <a:pt x="1126679" y="0"/>
                </a:lnTo>
                <a:lnTo>
                  <a:pt x="2473774" y="0"/>
                </a:lnTo>
                <a:lnTo>
                  <a:pt x="2570217" y="0"/>
                </a:lnTo>
                <a:lnTo>
                  <a:pt x="3284431" y="0"/>
                </a:lnTo>
                <a:lnTo>
                  <a:pt x="3380874" y="0"/>
                </a:lnTo>
                <a:cubicBezTo>
                  <a:pt x="3502144" y="0"/>
                  <a:pt x="3600453" y="98309"/>
                  <a:pt x="3600453" y="219579"/>
                </a:cubicBezTo>
                <a:lnTo>
                  <a:pt x="3600453" y="2276486"/>
                </a:lnTo>
                <a:cubicBezTo>
                  <a:pt x="3600453" y="2397757"/>
                  <a:pt x="3502144" y="2496065"/>
                  <a:pt x="3380874" y="2496065"/>
                </a:cubicBezTo>
                <a:lnTo>
                  <a:pt x="3284431" y="2496065"/>
                </a:lnTo>
                <a:lnTo>
                  <a:pt x="2570217" y="2496065"/>
                </a:lnTo>
                <a:lnTo>
                  <a:pt x="2473774" y="2496065"/>
                </a:lnTo>
                <a:lnTo>
                  <a:pt x="1126679" y="2496065"/>
                </a:lnTo>
                <a:lnTo>
                  <a:pt x="1030236" y="2496065"/>
                </a:lnTo>
                <a:lnTo>
                  <a:pt x="316022" y="2496065"/>
                </a:lnTo>
                <a:lnTo>
                  <a:pt x="219579" y="2496065"/>
                </a:lnTo>
                <a:cubicBezTo>
                  <a:pt x="98309" y="2496065"/>
                  <a:pt x="0" y="2397757"/>
                  <a:pt x="0" y="2276486"/>
                </a:cubicBezTo>
                <a:lnTo>
                  <a:pt x="0" y="219579"/>
                </a:lnTo>
                <a:cubicBezTo>
                  <a:pt x="0" y="98309"/>
                  <a:pt x="98309" y="0"/>
                  <a:pt x="21957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12F5BC89-EE53-C4E2-1443-9257D2F7536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296175" y="2203647"/>
            <a:ext cx="3600453" cy="2400334"/>
          </a:xfrm>
          <a:custGeom>
            <a:avLst/>
            <a:gdLst>
              <a:gd name="connsiteX0" fmla="*/ 219579 w 3600453"/>
              <a:gd name="connsiteY0" fmla="*/ 0 h 2496065"/>
              <a:gd name="connsiteX1" fmla="*/ 316022 w 3600453"/>
              <a:gd name="connsiteY1" fmla="*/ 0 h 2496065"/>
              <a:gd name="connsiteX2" fmla="*/ 1030236 w 3600453"/>
              <a:gd name="connsiteY2" fmla="*/ 0 h 2496065"/>
              <a:gd name="connsiteX3" fmla="*/ 1126679 w 3600453"/>
              <a:gd name="connsiteY3" fmla="*/ 0 h 2496065"/>
              <a:gd name="connsiteX4" fmla="*/ 2473774 w 3600453"/>
              <a:gd name="connsiteY4" fmla="*/ 0 h 2496065"/>
              <a:gd name="connsiteX5" fmla="*/ 2570217 w 3600453"/>
              <a:gd name="connsiteY5" fmla="*/ 0 h 2496065"/>
              <a:gd name="connsiteX6" fmla="*/ 3284431 w 3600453"/>
              <a:gd name="connsiteY6" fmla="*/ 0 h 2496065"/>
              <a:gd name="connsiteX7" fmla="*/ 3380874 w 3600453"/>
              <a:gd name="connsiteY7" fmla="*/ 0 h 2496065"/>
              <a:gd name="connsiteX8" fmla="*/ 3600453 w 3600453"/>
              <a:gd name="connsiteY8" fmla="*/ 219579 h 2496065"/>
              <a:gd name="connsiteX9" fmla="*/ 3600453 w 3600453"/>
              <a:gd name="connsiteY9" fmla="*/ 2276486 h 2496065"/>
              <a:gd name="connsiteX10" fmla="*/ 3380874 w 3600453"/>
              <a:gd name="connsiteY10" fmla="*/ 2496065 h 2496065"/>
              <a:gd name="connsiteX11" fmla="*/ 3284431 w 3600453"/>
              <a:gd name="connsiteY11" fmla="*/ 2496065 h 2496065"/>
              <a:gd name="connsiteX12" fmla="*/ 2570217 w 3600453"/>
              <a:gd name="connsiteY12" fmla="*/ 2496065 h 2496065"/>
              <a:gd name="connsiteX13" fmla="*/ 2473774 w 3600453"/>
              <a:gd name="connsiteY13" fmla="*/ 2496065 h 2496065"/>
              <a:gd name="connsiteX14" fmla="*/ 1126679 w 3600453"/>
              <a:gd name="connsiteY14" fmla="*/ 2496065 h 2496065"/>
              <a:gd name="connsiteX15" fmla="*/ 1030236 w 3600453"/>
              <a:gd name="connsiteY15" fmla="*/ 2496065 h 2496065"/>
              <a:gd name="connsiteX16" fmla="*/ 316022 w 3600453"/>
              <a:gd name="connsiteY16" fmla="*/ 2496065 h 2496065"/>
              <a:gd name="connsiteX17" fmla="*/ 219579 w 3600453"/>
              <a:gd name="connsiteY17" fmla="*/ 2496065 h 2496065"/>
              <a:gd name="connsiteX18" fmla="*/ 0 w 3600453"/>
              <a:gd name="connsiteY18" fmla="*/ 2276486 h 2496065"/>
              <a:gd name="connsiteX19" fmla="*/ 0 w 3600453"/>
              <a:gd name="connsiteY19" fmla="*/ 219579 h 2496065"/>
              <a:gd name="connsiteX20" fmla="*/ 219579 w 3600453"/>
              <a:gd name="connsiteY20" fmla="*/ 0 h 249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600453" h="2496065">
                <a:moveTo>
                  <a:pt x="219579" y="0"/>
                </a:moveTo>
                <a:lnTo>
                  <a:pt x="316022" y="0"/>
                </a:lnTo>
                <a:lnTo>
                  <a:pt x="1030236" y="0"/>
                </a:lnTo>
                <a:lnTo>
                  <a:pt x="1126679" y="0"/>
                </a:lnTo>
                <a:lnTo>
                  <a:pt x="2473774" y="0"/>
                </a:lnTo>
                <a:lnTo>
                  <a:pt x="2570217" y="0"/>
                </a:lnTo>
                <a:lnTo>
                  <a:pt x="3284431" y="0"/>
                </a:lnTo>
                <a:lnTo>
                  <a:pt x="3380874" y="0"/>
                </a:lnTo>
                <a:cubicBezTo>
                  <a:pt x="3502144" y="0"/>
                  <a:pt x="3600453" y="98309"/>
                  <a:pt x="3600453" y="219579"/>
                </a:cubicBezTo>
                <a:lnTo>
                  <a:pt x="3600453" y="2276486"/>
                </a:lnTo>
                <a:cubicBezTo>
                  <a:pt x="3600453" y="2397757"/>
                  <a:pt x="3502144" y="2496065"/>
                  <a:pt x="3380874" y="2496065"/>
                </a:cubicBezTo>
                <a:lnTo>
                  <a:pt x="3284431" y="2496065"/>
                </a:lnTo>
                <a:lnTo>
                  <a:pt x="2570217" y="2496065"/>
                </a:lnTo>
                <a:lnTo>
                  <a:pt x="2473774" y="2496065"/>
                </a:lnTo>
                <a:lnTo>
                  <a:pt x="1126679" y="2496065"/>
                </a:lnTo>
                <a:lnTo>
                  <a:pt x="1030236" y="2496065"/>
                </a:lnTo>
                <a:lnTo>
                  <a:pt x="316022" y="2496065"/>
                </a:lnTo>
                <a:lnTo>
                  <a:pt x="219579" y="2496065"/>
                </a:lnTo>
                <a:cubicBezTo>
                  <a:pt x="98309" y="2496065"/>
                  <a:pt x="0" y="2397757"/>
                  <a:pt x="0" y="2276486"/>
                </a:cubicBezTo>
                <a:lnTo>
                  <a:pt x="0" y="219579"/>
                </a:lnTo>
                <a:cubicBezTo>
                  <a:pt x="0" y="98309"/>
                  <a:pt x="98309" y="0"/>
                  <a:pt x="21957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15" name="Bildplatzhalter 11">
            <a:extLst>
              <a:ext uri="{FF2B5EF4-FFF2-40B4-BE49-F238E27FC236}">
                <a16:creationId xmlns:a16="http://schemas.microsoft.com/office/drawing/2014/main" id="{6729AFB4-C0EB-2180-9D56-DCF1110177AF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184362" y="2203647"/>
            <a:ext cx="3600453" cy="2400334"/>
          </a:xfrm>
          <a:custGeom>
            <a:avLst/>
            <a:gdLst>
              <a:gd name="connsiteX0" fmla="*/ 219579 w 3600453"/>
              <a:gd name="connsiteY0" fmla="*/ 0 h 2496065"/>
              <a:gd name="connsiteX1" fmla="*/ 316022 w 3600453"/>
              <a:gd name="connsiteY1" fmla="*/ 0 h 2496065"/>
              <a:gd name="connsiteX2" fmla="*/ 1030236 w 3600453"/>
              <a:gd name="connsiteY2" fmla="*/ 0 h 2496065"/>
              <a:gd name="connsiteX3" fmla="*/ 1126679 w 3600453"/>
              <a:gd name="connsiteY3" fmla="*/ 0 h 2496065"/>
              <a:gd name="connsiteX4" fmla="*/ 2473774 w 3600453"/>
              <a:gd name="connsiteY4" fmla="*/ 0 h 2496065"/>
              <a:gd name="connsiteX5" fmla="*/ 2570217 w 3600453"/>
              <a:gd name="connsiteY5" fmla="*/ 0 h 2496065"/>
              <a:gd name="connsiteX6" fmla="*/ 3284431 w 3600453"/>
              <a:gd name="connsiteY6" fmla="*/ 0 h 2496065"/>
              <a:gd name="connsiteX7" fmla="*/ 3380874 w 3600453"/>
              <a:gd name="connsiteY7" fmla="*/ 0 h 2496065"/>
              <a:gd name="connsiteX8" fmla="*/ 3600453 w 3600453"/>
              <a:gd name="connsiteY8" fmla="*/ 219579 h 2496065"/>
              <a:gd name="connsiteX9" fmla="*/ 3600453 w 3600453"/>
              <a:gd name="connsiteY9" fmla="*/ 2276486 h 2496065"/>
              <a:gd name="connsiteX10" fmla="*/ 3380874 w 3600453"/>
              <a:gd name="connsiteY10" fmla="*/ 2496065 h 2496065"/>
              <a:gd name="connsiteX11" fmla="*/ 3284431 w 3600453"/>
              <a:gd name="connsiteY11" fmla="*/ 2496065 h 2496065"/>
              <a:gd name="connsiteX12" fmla="*/ 2570217 w 3600453"/>
              <a:gd name="connsiteY12" fmla="*/ 2496065 h 2496065"/>
              <a:gd name="connsiteX13" fmla="*/ 2473774 w 3600453"/>
              <a:gd name="connsiteY13" fmla="*/ 2496065 h 2496065"/>
              <a:gd name="connsiteX14" fmla="*/ 1126679 w 3600453"/>
              <a:gd name="connsiteY14" fmla="*/ 2496065 h 2496065"/>
              <a:gd name="connsiteX15" fmla="*/ 1030236 w 3600453"/>
              <a:gd name="connsiteY15" fmla="*/ 2496065 h 2496065"/>
              <a:gd name="connsiteX16" fmla="*/ 316022 w 3600453"/>
              <a:gd name="connsiteY16" fmla="*/ 2496065 h 2496065"/>
              <a:gd name="connsiteX17" fmla="*/ 219579 w 3600453"/>
              <a:gd name="connsiteY17" fmla="*/ 2496065 h 2496065"/>
              <a:gd name="connsiteX18" fmla="*/ 0 w 3600453"/>
              <a:gd name="connsiteY18" fmla="*/ 2276486 h 2496065"/>
              <a:gd name="connsiteX19" fmla="*/ 0 w 3600453"/>
              <a:gd name="connsiteY19" fmla="*/ 219579 h 2496065"/>
              <a:gd name="connsiteX20" fmla="*/ 219579 w 3600453"/>
              <a:gd name="connsiteY20" fmla="*/ 0 h 249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600453" h="2496065">
                <a:moveTo>
                  <a:pt x="219579" y="0"/>
                </a:moveTo>
                <a:lnTo>
                  <a:pt x="316022" y="0"/>
                </a:lnTo>
                <a:lnTo>
                  <a:pt x="1030236" y="0"/>
                </a:lnTo>
                <a:lnTo>
                  <a:pt x="1126679" y="0"/>
                </a:lnTo>
                <a:lnTo>
                  <a:pt x="2473774" y="0"/>
                </a:lnTo>
                <a:lnTo>
                  <a:pt x="2570217" y="0"/>
                </a:lnTo>
                <a:lnTo>
                  <a:pt x="3284431" y="0"/>
                </a:lnTo>
                <a:lnTo>
                  <a:pt x="3380874" y="0"/>
                </a:lnTo>
                <a:cubicBezTo>
                  <a:pt x="3502144" y="0"/>
                  <a:pt x="3600453" y="98309"/>
                  <a:pt x="3600453" y="219579"/>
                </a:cubicBezTo>
                <a:lnTo>
                  <a:pt x="3600453" y="2276486"/>
                </a:lnTo>
                <a:cubicBezTo>
                  <a:pt x="3600453" y="2397757"/>
                  <a:pt x="3502144" y="2496065"/>
                  <a:pt x="3380874" y="2496065"/>
                </a:cubicBezTo>
                <a:lnTo>
                  <a:pt x="3284431" y="2496065"/>
                </a:lnTo>
                <a:lnTo>
                  <a:pt x="2570217" y="2496065"/>
                </a:lnTo>
                <a:lnTo>
                  <a:pt x="2473774" y="2496065"/>
                </a:lnTo>
                <a:lnTo>
                  <a:pt x="1126679" y="2496065"/>
                </a:lnTo>
                <a:lnTo>
                  <a:pt x="1030236" y="2496065"/>
                </a:lnTo>
                <a:lnTo>
                  <a:pt x="316022" y="2496065"/>
                </a:lnTo>
                <a:lnTo>
                  <a:pt x="219579" y="2496065"/>
                </a:lnTo>
                <a:cubicBezTo>
                  <a:pt x="98309" y="2496065"/>
                  <a:pt x="0" y="2397757"/>
                  <a:pt x="0" y="2276486"/>
                </a:cubicBezTo>
                <a:lnTo>
                  <a:pt x="0" y="219579"/>
                </a:lnTo>
                <a:cubicBezTo>
                  <a:pt x="0" y="98309"/>
                  <a:pt x="98309" y="0"/>
                  <a:pt x="21957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2D7CDC8E-EB7B-4581-F00B-A87189C3E48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4891314"/>
            <a:ext cx="3600451" cy="1490435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519ACF63-8F01-7714-C238-903353A72097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296175" y="4891314"/>
            <a:ext cx="3600449" cy="1490435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29" name="Inhaltsplatzhalter 2">
            <a:extLst>
              <a:ext uri="{FF2B5EF4-FFF2-40B4-BE49-F238E27FC236}">
                <a16:creationId xmlns:a16="http://schemas.microsoft.com/office/drawing/2014/main" id="{54545AC7-5FC5-58AB-B510-D5898B400FA2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8184362" y="4891314"/>
            <a:ext cx="3600447" cy="1490435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90426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1/3 image left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28.06.26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45FD5F3D-C999-9160-E266-789991D24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sp>
        <p:nvSpPr>
          <p:cNvPr id="36" name="Bildplatzhalter 35">
            <a:extLst>
              <a:ext uri="{FF2B5EF4-FFF2-40B4-BE49-F238E27FC236}">
                <a16:creationId xmlns:a16="http://schemas.microsoft.com/office/drawing/2014/main" id="{2C0C633A-6EA5-DF36-9AE4-EA89978EDF2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12758" y="1484314"/>
            <a:ext cx="3600447" cy="4897436"/>
          </a:xfrm>
          <a:custGeom>
            <a:avLst/>
            <a:gdLst>
              <a:gd name="connsiteX0" fmla="*/ 285669 w 3600447"/>
              <a:gd name="connsiteY0" fmla="*/ 0 h 4897436"/>
              <a:gd name="connsiteX1" fmla="*/ 382107 w 3600447"/>
              <a:gd name="connsiteY1" fmla="*/ 0 h 4897436"/>
              <a:gd name="connsiteX2" fmla="*/ 3218340 w 3600447"/>
              <a:gd name="connsiteY2" fmla="*/ 0 h 4897436"/>
              <a:gd name="connsiteX3" fmla="*/ 3314778 w 3600447"/>
              <a:gd name="connsiteY3" fmla="*/ 0 h 4897436"/>
              <a:gd name="connsiteX4" fmla="*/ 3600447 w 3600447"/>
              <a:gd name="connsiteY4" fmla="*/ 285669 h 4897436"/>
              <a:gd name="connsiteX5" fmla="*/ 3600447 w 3600447"/>
              <a:gd name="connsiteY5" fmla="*/ 1935761 h 4897436"/>
              <a:gd name="connsiteX6" fmla="*/ 3600447 w 3600447"/>
              <a:gd name="connsiteY6" fmla="*/ 2961675 h 4897436"/>
              <a:gd name="connsiteX7" fmla="*/ 3600447 w 3600447"/>
              <a:gd name="connsiteY7" fmla="*/ 4611767 h 4897436"/>
              <a:gd name="connsiteX8" fmla="*/ 3314778 w 3600447"/>
              <a:gd name="connsiteY8" fmla="*/ 4897436 h 4897436"/>
              <a:gd name="connsiteX9" fmla="*/ 3218340 w 3600447"/>
              <a:gd name="connsiteY9" fmla="*/ 4897436 h 4897436"/>
              <a:gd name="connsiteX10" fmla="*/ 382107 w 3600447"/>
              <a:gd name="connsiteY10" fmla="*/ 4897436 h 4897436"/>
              <a:gd name="connsiteX11" fmla="*/ 285669 w 3600447"/>
              <a:gd name="connsiteY11" fmla="*/ 4897436 h 4897436"/>
              <a:gd name="connsiteX12" fmla="*/ 0 w 3600447"/>
              <a:gd name="connsiteY12" fmla="*/ 4611767 h 4897436"/>
              <a:gd name="connsiteX13" fmla="*/ 0 w 3600447"/>
              <a:gd name="connsiteY13" fmla="*/ 2961675 h 4897436"/>
              <a:gd name="connsiteX14" fmla="*/ 0 w 3600447"/>
              <a:gd name="connsiteY14" fmla="*/ 1935761 h 4897436"/>
              <a:gd name="connsiteX15" fmla="*/ 0 w 3600447"/>
              <a:gd name="connsiteY15" fmla="*/ 285669 h 4897436"/>
              <a:gd name="connsiteX16" fmla="*/ 285669 w 3600447"/>
              <a:gd name="connsiteY16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00447" h="4897436">
                <a:moveTo>
                  <a:pt x="285669" y="0"/>
                </a:moveTo>
                <a:lnTo>
                  <a:pt x="382107" y="0"/>
                </a:lnTo>
                <a:lnTo>
                  <a:pt x="3218340" y="0"/>
                </a:lnTo>
                <a:lnTo>
                  <a:pt x="3314778" y="0"/>
                </a:lnTo>
                <a:cubicBezTo>
                  <a:pt x="3472549" y="0"/>
                  <a:pt x="3600447" y="127898"/>
                  <a:pt x="3600447" y="285669"/>
                </a:cubicBezTo>
                <a:lnTo>
                  <a:pt x="3600447" y="1935761"/>
                </a:lnTo>
                <a:lnTo>
                  <a:pt x="3600447" y="2961675"/>
                </a:lnTo>
                <a:lnTo>
                  <a:pt x="3600447" y="4611767"/>
                </a:lnTo>
                <a:cubicBezTo>
                  <a:pt x="3600447" y="4769538"/>
                  <a:pt x="3472549" y="4897436"/>
                  <a:pt x="3314778" y="4897436"/>
                </a:cubicBezTo>
                <a:lnTo>
                  <a:pt x="3218340" y="4897436"/>
                </a:lnTo>
                <a:lnTo>
                  <a:pt x="382107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grpSp>
        <p:nvGrpSpPr>
          <p:cNvPr id="7" name="Gruppieren 14">
            <a:extLst>
              <a:ext uri="{FF2B5EF4-FFF2-40B4-BE49-F238E27FC236}">
                <a16:creationId xmlns:a16="http://schemas.microsoft.com/office/drawing/2014/main" id="{91B323F1-4715-CFC3-807E-239EE9263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872D97ED-F73E-1186-9798-C3CF27D7A8C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8">
              <a:extLst>
                <a:ext uri="{FF2B5EF4-FFF2-40B4-BE49-F238E27FC236}">
                  <a16:creationId xmlns:a16="http://schemas.microsoft.com/office/drawing/2014/main" id="{E6F5F1F3-EE93-DDAA-CBBA-6269AE7D82D4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Rectangle 9">
              <a:extLst>
                <a:ext uri="{FF2B5EF4-FFF2-40B4-BE49-F238E27FC236}">
                  <a16:creationId xmlns:a16="http://schemas.microsoft.com/office/drawing/2014/main" id="{0D26AEB2-3A52-AA11-5E7F-74B5C33CA63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0">
              <a:extLst>
                <a:ext uri="{FF2B5EF4-FFF2-40B4-BE49-F238E27FC236}">
                  <a16:creationId xmlns:a16="http://schemas.microsoft.com/office/drawing/2014/main" id="{9D48FF9E-F4D7-10DB-E523-5306B72CC8C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1">
              <a:extLst>
                <a:ext uri="{FF2B5EF4-FFF2-40B4-BE49-F238E27FC236}">
                  <a16:creationId xmlns:a16="http://schemas.microsoft.com/office/drawing/2014/main" id="{E5DB7D4C-B37F-5DDB-541C-A999CB8A379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2">
              <a:extLst>
                <a:ext uri="{FF2B5EF4-FFF2-40B4-BE49-F238E27FC236}">
                  <a16:creationId xmlns:a16="http://schemas.microsoft.com/office/drawing/2014/main" id="{719C98EF-E86D-4796-0EC8-51FAFAB749F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E17DDF5D-C814-6DF2-D434-3FAFA595382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5F7A2C3A-68AA-62B4-7238-59776858333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8C81D452-0084-23ED-8650-369F1F6847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F101A09B-BEF2-8225-C637-5A41059E161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99DA4316-8E12-8903-2B1F-4451D777E50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EBE6D0E7-C69D-C3CF-D0C7-BAB2BECC23C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9">
              <a:extLst>
                <a:ext uri="{FF2B5EF4-FFF2-40B4-BE49-F238E27FC236}">
                  <a16:creationId xmlns:a16="http://schemas.microsoft.com/office/drawing/2014/main" id="{90AC8359-138F-956E-7FA2-B6C7B8A747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0">
              <a:extLst>
                <a:ext uri="{FF2B5EF4-FFF2-40B4-BE49-F238E27FC236}">
                  <a16:creationId xmlns:a16="http://schemas.microsoft.com/office/drawing/2014/main" id="{E317DFFE-CAB6-D753-96E5-119BA656B3C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1">
              <a:extLst>
                <a:ext uri="{FF2B5EF4-FFF2-40B4-BE49-F238E27FC236}">
                  <a16:creationId xmlns:a16="http://schemas.microsoft.com/office/drawing/2014/main" id="{96BBCB4E-5B7C-A313-5835-F441F43B778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2">
              <a:extLst>
                <a:ext uri="{FF2B5EF4-FFF2-40B4-BE49-F238E27FC236}">
                  <a16:creationId xmlns:a16="http://schemas.microsoft.com/office/drawing/2014/main" id="{FF3EA0D5-01ED-7015-6A74-728EBDEACA3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3">
              <a:extLst>
                <a:ext uri="{FF2B5EF4-FFF2-40B4-BE49-F238E27FC236}">
                  <a16:creationId xmlns:a16="http://schemas.microsoft.com/office/drawing/2014/main" id="{264BB21C-9235-2148-BD14-551485E50C9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4">
              <a:extLst>
                <a:ext uri="{FF2B5EF4-FFF2-40B4-BE49-F238E27FC236}">
                  <a16:creationId xmlns:a16="http://schemas.microsoft.com/office/drawing/2014/main" id="{260BEC4F-F089-FF3D-88A7-EF5FE0FA8F6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5">
              <a:extLst>
                <a:ext uri="{FF2B5EF4-FFF2-40B4-BE49-F238E27FC236}">
                  <a16:creationId xmlns:a16="http://schemas.microsoft.com/office/drawing/2014/main" id="{47464F79-E667-E917-0ADF-73287F4940E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6">
              <a:extLst>
                <a:ext uri="{FF2B5EF4-FFF2-40B4-BE49-F238E27FC236}">
                  <a16:creationId xmlns:a16="http://schemas.microsoft.com/office/drawing/2014/main" id="{E3E7007D-70DC-23F0-CE9F-93CD9E17A74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7">
              <a:extLst>
                <a:ext uri="{FF2B5EF4-FFF2-40B4-BE49-F238E27FC236}">
                  <a16:creationId xmlns:a16="http://schemas.microsoft.com/office/drawing/2014/main" id="{33995CED-F315-0E08-4DC8-4EF412A1DC3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8">
              <a:extLst>
                <a:ext uri="{FF2B5EF4-FFF2-40B4-BE49-F238E27FC236}">
                  <a16:creationId xmlns:a16="http://schemas.microsoft.com/office/drawing/2014/main" id="{9F7DA2BD-3335-61F5-B63F-3B7240CF25C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9">
              <a:extLst>
                <a:ext uri="{FF2B5EF4-FFF2-40B4-BE49-F238E27FC236}">
                  <a16:creationId xmlns:a16="http://schemas.microsoft.com/office/drawing/2014/main" id="{0DC7AC69-5AA5-DE03-8BBA-729AF85BB7A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29" name="Textplatzhalter 52">
            <a:extLst>
              <a:ext uri="{FF2B5EF4-FFF2-40B4-BE49-F238E27FC236}">
                <a16:creationId xmlns:a16="http://schemas.microsoft.com/office/drawing/2014/main" id="{8AF95120-A81F-52DB-76D2-83E371AA3F6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21194" y="1484313"/>
            <a:ext cx="1819270" cy="448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Lorem Ipsum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CE5616DD-E8CA-5A37-D6C1-47DE66E16F9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21194" y="2335213"/>
            <a:ext cx="1819270" cy="1065212"/>
          </a:xfrm>
        </p:spPr>
        <p:txBody>
          <a:bodyPr wrap="square"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63" name="Text Placeholder 32">
            <a:extLst>
              <a:ext uri="{FF2B5EF4-FFF2-40B4-BE49-F238E27FC236}">
                <a16:creationId xmlns:a16="http://schemas.microsoft.com/office/drawing/2014/main" id="{8A423DAC-F37D-0A5A-431E-9740BF548E0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421194" y="3811588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60" name="Text Placeholder 32">
            <a:extLst>
              <a:ext uri="{FF2B5EF4-FFF2-40B4-BE49-F238E27FC236}">
                <a16:creationId xmlns:a16="http://schemas.microsoft.com/office/drawing/2014/main" id="{82B2C481-4D77-35DE-32DF-B033FCE9D02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21194" y="5287963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30" name="Textplatzhalter 52">
            <a:extLst>
              <a:ext uri="{FF2B5EF4-FFF2-40B4-BE49-F238E27FC236}">
                <a16:creationId xmlns:a16="http://schemas.microsoft.com/office/drawing/2014/main" id="{910B3119-DD41-8385-45D3-A5F424A4F80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993342" y="1484313"/>
            <a:ext cx="1819270" cy="448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Lorem Ipsum</a:t>
            </a:r>
          </a:p>
        </p:txBody>
      </p:sp>
      <p:sp>
        <p:nvSpPr>
          <p:cNvPr id="58" name="Text Placeholder 32">
            <a:extLst>
              <a:ext uri="{FF2B5EF4-FFF2-40B4-BE49-F238E27FC236}">
                <a16:creationId xmlns:a16="http://schemas.microsoft.com/office/drawing/2014/main" id="{2342786F-4F0A-9819-3EEA-13C41AF4D0B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993343" y="2335213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64" name="Text Placeholder 32">
            <a:extLst>
              <a:ext uri="{FF2B5EF4-FFF2-40B4-BE49-F238E27FC236}">
                <a16:creationId xmlns:a16="http://schemas.microsoft.com/office/drawing/2014/main" id="{9A5EE817-73A5-DDD9-FF5C-8961DD27DCC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993343" y="3811588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61" name="Text Placeholder 32">
            <a:extLst>
              <a:ext uri="{FF2B5EF4-FFF2-40B4-BE49-F238E27FC236}">
                <a16:creationId xmlns:a16="http://schemas.microsoft.com/office/drawing/2014/main" id="{8920D266-893E-D904-740A-D7F80F75E28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993343" y="5287963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31" name="Textplatzhalter 52">
            <a:extLst>
              <a:ext uri="{FF2B5EF4-FFF2-40B4-BE49-F238E27FC236}">
                <a16:creationId xmlns:a16="http://schemas.microsoft.com/office/drawing/2014/main" id="{F4E5564A-1BDE-1084-6E5C-76EE9CA79E8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565491" y="1484313"/>
            <a:ext cx="1819270" cy="448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Lorem Ipsum</a:t>
            </a:r>
          </a:p>
        </p:txBody>
      </p:sp>
      <p:sp>
        <p:nvSpPr>
          <p:cNvPr id="59" name="Text Placeholder 32">
            <a:extLst>
              <a:ext uri="{FF2B5EF4-FFF2-40B4-BE49-F238E27FC236}">
                <a16:creationId xmlns:a16="http://schemas.microsoft.com/office/drawing/2014/main" id="{807A570B-B857-BDCF-C257-087323B6836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65491" y="2335213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65" name="Text Placeholder 32">
            <a:extLst>
              <a:ext uri="{FF2B5EF4-FFF2-40B4-BE49-F238E27FC236}">
                <a16:creationId xmlns:a16="http://schemas.microsoft.com/office/drawing/2014/main" id="{C29147A8-C043-065C-2940-2A9D20C7E64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565491" y="3811588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62" name="Text Placeholder 32">
            <a:extLst>
              <a:ext uri="{FF2B5EF4-FFF2-40B4-BE49-F238E27FC236}">
                <a16:creationId xmlns:a16="http://schemas.microsoft.com/office/drawing/2014/main" id="{C22C92A7-5EFE-6DAD-1867-703F8CFF163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565491" y="5287963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</p:spTree>
    <p:extLst>
      <p:ext uri="{BB962C8B-B14F-4D97-AF65-F5344CB8AC3E}">
        <p14:creationId xmlns:p14="http://schemas.microsoft.com/office/powerpoint/2010/main" val="351255299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ontents with subheadlin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F94F17A-32D5-C51C-5C2B-3503D5CE4F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6B37C8C-F68A-4E06-9922-6EEE86F126B4}" type="datetime1">
              <a:rPr lang="de-DE" smtClean="0"/>
              <a:pPr/>
              <a:t>28.06.26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E606B146-9972-C424-94F7-E4E3B230CFE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5396" y="2138170"/>
            <a:ext cx="2993571" cy="246221"/>
          </a:xfrm>
        </p:spPr>
        <p:txBody>
          <a:bodyPr anchor="ctr">
            <a:noAutofit/>
          </a:bodyPr>
          <a:lstStyle>
            <a:lvl1pPr marL="0" indent="0"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thing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remember</a:t>
            </a:r>
            <a:endParaRPr lang="de-DE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7D1D6DE4-C8BF-1FDB-A815-63AE1753C6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5963" y="2576321"/>
            <a:ext cx="2992437" cy="15224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Insert </a:t>
            </a:r>
            <a:r>
              <a:rPr lang="de-DE" err="1"/>
              <a:t>about</a:t>
            </a:r>
            <a:r>
              <a:rPr lang="de-DE"/>
              <a:t> 6-7 </a:t>
            </a:r>
            <a:r>
              <a:rPr lang="de-DE" err="1"/>
              <a:t>lines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</a:t>
            </a:r>
            <a:r>
              <a:rPr lang="de-DE"/>
              <a:t> </a:t>
            </a:r>
          </a:p>
        </p:txBody>
      </p:sp>
      <p:sp>
        <p:nvSpPr>
          <p:cNvPr id="31" name="Text Placeholder 25">
            <a:extLst>
              <a:ext uri="{FF2B5EF4-FFF2-40B4-BE49-F238E27FC236}">
                <a16:creationId xmlns:a16="http://schemas.microsoft.com/office/drawing/2014/main" id="{B2E06887-1F52-6D50-EF99-A987A0C497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99214" y="2138170"/>
            <a:ext cx="2993571" cy="246221"/>
          </a:xfrm>
        </p:spPr>
        <p:txBody>
          <a:bodyPr anchor="ctr"/>
          <a:lstStyle>
            <a:lvl1pPr marL="0" indent="0"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/>
              <a:t>Second </a:t>
            </a:r>
            <a:r>
              <a:rPr lang="de-DE" err="1"/>
              <a:t>thing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remember</a:t>
            </a:r>
            <a:endParaRPr lang="de-DE"/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15CA158E-5136-1378-763E-7E5903D4B9A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99781" y="2576321"/>
            <a:ext cx="2992437" cy="15224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Insert </a:t>
            </a:r>
            <a:r>
              <a:rPr lang="de-DE" err="1"/>
              <a:t>about</a:t>
            </a:r>
            <a:r>
              <a:rPr lang="de-DE"/>
              <a:t> 6-7 </a:t>
            </a:r>
            <a:r>
              <a:rPr lang="de-DE" err="1"/>
              <a:t>lines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</a:t>
            </a:r>
            <a:r>
              <a:rPr lang="de-DE"/>
              <a:t> </a:t>
            </a:r>
          </a:p>
        </p:txBody>
      </p:sp>
      <p:sp>
        <p:nvSpPr>
          <p:cNvPr id="33" name="Text Placeholder 25">
            <a:extLst>
              <a:ext uri="{FF2B5EF4-FFF2-40B4-BE49-F238E27FC236}">
                <a16:creationId xmlns:a16="http://schemas.microsoft.com/office/drawing/2014/main" id="{567A0CF0-8627-FC62-C638-2A054344475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82466" y="2138170"/>
            <a:ext cx="2993571" cy="246221"/>
          </a:xfrm>
        </p:spPr>
        <p:txBody>
          <a:bodyPr anchor="ctr">
            <a:noAutofit/>
          </a:bodyPr>
          <a:lstStyle>
            <a:lvl1pPr marL="0" indent="0"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/>
              <a:t>Third </a:t>
            </a:r>
            <a:r>
              <a:rPr lang="de-DE" err="1"/>
              <a:t>thing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remember</a:t>
            </a:r>
            <a:endParaRPr lang="de-DE"/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50485FAA-A283-BF00-4745-8EB56A1C098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83033" y="2576321"/>
            <a:ext cx="2992437" cy="15224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Insert </a:t>
            </a:r>
            <a:r>
              <a:rPr lang="de-DE" err="1"/>
              <a:t>about</a:t>
            </a:r>
            <a:r>
              <a:rPr lang="de-DE"/>
              <a:t> 6-7 </a:t>
            </a:r>
            <a:r>
              <a:rPr lang="de-DE" err="1"/>
              <a:t>lines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</a:t>
            </a:r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0691901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1/3 image left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28.06.26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45FD5F3D-C999-9160-E266-789991D24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7" name="Gruppieren 14">
            <a:extLst>
              <a:ext uri="{FF2B5EF4-FFF2-40B4-BE49-F238E27FC236}">
                <a16:creationId xmlns:a16="http://schemas.microsoft.com/office/drawing/2014/main" id="{91B323F1-4715-CFC3-807E-239EE9263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872D97ED-F73E-1186-9798-C3CF27D7A8C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8">
              <a:extLst>
                <a:ext uri="{FF2B5EF4-FFF2-40B4-BE49-F238E27FC236}">
                  <a16:creationId xmlns:a16="http://schemas.microsoft.com/office/drawing/2014/main" id="{E6F5F1F3-EE93-DDAA-CBBA-6269AE7D82D4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Rectangle 9">
              <a:extLst>
                <a:ext uri="{FF2B5EF4-FFF2-40B4-BE49-F238E27FC236}">
                  <a16:creationId xmlns:a16="http://schemas.microsoft.com/office/drawing/2014/main" id="{0D26AEB2-3A52-AA11-5E7F-74B5C33CA63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0">
              <a:extLst>
                <a:ext uri="{FF2B5EF4-FFF2-40B4-BE49-F238E27FC236}">
                  <a16:creationId xmlns:a16="http://schemas.microsoft.com/office/drawing/2014/main" id="{9D48FF9E-F4D7-10DB-E523-5306B72CC8C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1">
              <a:extLst>
                <a:ext uri="{FF2B5EF4-FFF2-40B4-BE49-F238E27FC236}">
                  <a16:creationId xmlns:a16="http://schemas.microsoft.com/office/drawing/2014/main" id="{E5DB7D4C-B37F-5DDB-541C-A999CB8A379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2">
              <a:extLst>
                <a:ext uri="{FF2B5EF4-FFF2-40B4-BE49-F238E27FC236}">
                  <a16:creationId xmlns:a16="http://schemas.microsoft.com/office/drawing/2014/main" id="{719C98EF-E86D-4796-0EC8-51FAFAB749F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E17DDF5D-C814-6DF2-D434-3FAFA595382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5F7A2C3A-68AA-62B4-7238-59776858333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8C81D452-0084-23ED-8650-369F1F6847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F101A09B-BEF2-8225-C637-5A41059E161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99DA4316-8E12-8903-2B1F-4451D777E50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EBE6D0E7-C69D-C3CF-D0C7-BAB2BECC23C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9">
              <a:extLst>
                <a:ext uri="{FF2B5EF4-FFF2-40B4-BE49-F238E27FC236}">
                  <a16:creationId xmlns:a16="http://schemas.microsoft.com/office/drawing/2014/main" id="{90AC8359-138F-956E-7FA2-B6C7B8A747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0">
              <a:extLst>
                <a:ext uri="{FF2B5EF4-FFF2-40B4-BE49-F238E27FC236}">
                  <a16:creationId xmlns:a16="http://schemas.microsoft.com/office/drawing/2014/main" id="{E317DFFE-CAB6-D753-96E5-119BA656B3C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1">
              <a:extLst>
                <a:ext uri="{FF2B5EF4-FFF2-40B4-BE49-F238E27FC236}">
                  <a16:creationId xmlns:a16="http://schemas.microsoft.com/office/drawing/2014/main" id="{96BBCB4E-5B7C-A313-5835-F441F43B778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2">
              <a:extLst>
                <a:ext uri="{FF2B5EF4-FFF2-40B4-BE49-F238E27FC236}">
                  <a16:creationId xmlns:a16="http://schemas.microsoft.com/office/drawing/2014/main" id="{FF3EA0D5-01ED-7015-6A74-728EBDEACA3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3">
              <a:extLst>
                <a:ext uri="{FF2B5EF4-FFF2-40B4-BE49-F238E27FC236}">
                  <a16:creationId xmlns:a16="http://schemas.microsoft.com/office/drawing/2014/main" id="{264BB21C-9235-2148-BD14-551485E50C9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4">
              <a:extLst>
                <a:ext uri="{FF2B5EF4-FFF2-40B4-BE49-F238E27FC236}">
                  <a16:creationId xmlns:a16="http://schemas.microsoft.com/office/drawing/2014/main" id="{260BEC4F-F089-FF3D-88A7-EF5FE0FA8F6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5">
              <a:extLst>
                <a:ext uri="{FF2B5EF4-FFF2-40B4-BE49-F238E27FC236}">
                  <a16:creationId xmlns:a16="http://schemas.microsoft.com/office/drawing/2014/main" id="{47464F79-E667-E917-0ADF-73287F4940E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6">
              <a:extLst>
                <a:ext uri="{FF2B5EF4-FFF2-40B4-BE49-F238E27FC236}">
                  <a16:creationId xmlns:a16="http://schemas.microsoft.com/office/drawing/2014/main" id="{E3E7007D-70DC-23F0-CE9F-93CD9E17A74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7">
              <a:extLst>
                <a:ext uri="{FF2B5EF4-FFF2-40B4-BE49-F238E27FC236}">
                  <a16:creationId xmlns:a16="http://schemas.microsoft.com/office/drawing/2014/main" id="{33995CED-F315-0E08-4DC8-4EF412A1DC3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8">
              <a:extLst>
                <a:ext uri="{FF2B5EF4-FFF2-40B4-BE49-F238E27FC236}">
                  <a16:creationId xmlns:a16="http://schemas.microsoft.com/office/drawing/2014/main" id="{9F7DA2BD-3335-61F5-B63F-3B7240CF25C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9">
              <a:extLst>
                <a:ext uri="{FF2B5EF4-FFF2-40B4-BE49-F238E27FC236}">
                  <a16:creationId xmlns:a16="http://schemas.microsoft.com/office/drawing/2014/main" id="{0DC7AC69-5AA5-DE03-8BBA-729AF85BB7A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3F04BA93-4DF6-4FCB-A716-F9304A1BF9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5396" y="2138170"/>
            <a:ext cx="2993571" cy="246221"/>
          </a:xfrm>
        </p:spPr>
        <p:txBody>
          <a:bodyPr anchor="ctr"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thing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remember</a:t>
            </a:r>
            <a:endParaRPr lang="de-DE"/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744AB99B-B1CD-E8CD-42AF-77572D5E370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5963" y="2576321"/>
            <a:ext cx="2992437" cy="152241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Insert </a:t>
            </a:r>
            <a:r>
              <a:rPr lang="de-DE" err="1"/>
              <a:t>about</a:t>
            </a:r>
            <a:r>
              <a:rPr lang="de-DE"/>
              <a:t> 6-7 </a:t>
            </a:r>
            <a:r>
              <a:rPr lang="de-DE" err="1"/>
              <a:t>lines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</a:t>
            </a:r>
            <a:r>
              <a:rPr lang="de-DE"/>
              <a:t> </a:t>
            </a:r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5E7B662B-E00E-F13B-2859-596AD16B324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99214" y="2138170"/>
            <a:ext cx="2993571" cy="246221"/>
          </a:xfrm>
        </p:spPr>
        <p:txBody>
          <a:bodyPr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Second </a:t>
            </a:r>
            <a:r>
              <a:rPr lang="de-DE" err="1"/>
              <a:t>thing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remember</a:t>
            </a:r>
            <a:endParaRPr lang="de-DE"/>
          </a:p>
        </p:txBody>
      </p:sp>
      <p:sp>
        <p:nvSpPr>
          <p:cNvPr id="16" name="Text Placeholder 29">
            <a:extLst>
              <a:ext uri="{FF2B5EF4-FFF2-40B4-BE49-F238E27FC236}">
                <a16:creationId xmlns:a16="http://schemas.microsoft.com/office/drawing/2014/main" id="{90305AD1-521C-5A2F-7182-E7E8DBD546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99781" y="2576321"/>
            <a:ext cx="2992437" cy="152241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Insert </a:t>
            </a:r>
            <a:r>
              <a:rPr lang="de-DE" err="1"/>
              <a:t>about</a:t>
            </a:r>
            <a:r>
              <a:rPr lang="de-DE"/>
              <a:t> 6-7 </a:t>
            </a:r>
            <a:r>
              <a:rPr lang="de-DE" err="1"/>
              <a:t>lines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</a:t>
            </a:r>
            <a:r>
              <a:rPr lang="de-DE"/>
              <a:t> </a:t>
            </a:r>
          </a:p>
        </p:txBody>
      </p:sp>
      <p:sp>
        <p:nvSpPr>
          <p:cNvPr id="17" name="Text Placeholder 25">
            <a:extLst>
              <a:ext uri="{FF2B5EF4-FFF2-40B4-BE49-F238E27FC236}">
                <a16:creationId xmlns:a16="http://schemas.microsoft.com/office/drawing/2014/main" id="{4F8A3AD0-9B8B-306B-3452-9455F1EFCA2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82466" y="2138170"/>
            <a:ext cx="2993571" cy="246221"/>
          </a:xfrm>
        </p:spPr>
        <p:txBody>
          <a:bodyPr anchor="ctr"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Third </a:t>
            </a:r>
            <a:r>
              <a:rPr lang="de-DE" err="1"/>
              <a:t>thing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remember</a:t>
            </a:r>
            <a:endParaRPr lang="de-DE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514B5B65-D6F6-78B3-AF29-D0C863BA502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83033" y="2576321"/>
            <a:ext cx="2992437" cy="152241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Insert </a:t>
            </a:r>
            <a:r>
              <a:rPr lang="de-DE" err="1"/>
              <a:t>about</a:t>
            </a:r>
            <a:r>
              <a:rPr lang="de-DE"/>
              <a:t> 6-7 </a:t>
            </a:r>
            <a:r>
              <a:rPr lang="de-DE" err="1"/>
              <a:t>lines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</a:t>
            </a:r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432694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arrow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2E3B4D43-43FE-17A1-1964-B212F5E25508}"/>
              </a:ext>
            </a:extLst>
          </p:cNvPr>
          <p:cNvGrpSpPr/>
          <p:nvPr userDrawn="1"/>
        </p:nvGrpSpPr>
        <p:grpSpPr>
          <a:xfrm>
            <a:off x="302079" y="0"/>
            <a:ext cx="11587842" cy="6854780"/>
            <a:chOff x="2376487" y="1228725"/>
            <a:chExt cx="7439025" cy="4400550"/>
          </a:xfrm>
        </p:grpSpPr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8C5A8997-C405-0328-3242-5E8ACDEA597A}"/>
                </a:ext>
              </a:extLst>
            </p:cNvPr>
            <p:cNvSpPr/>
            <p:nvPr/>
          </p:nvSpPr>
          <p:spPr>
            <a:xfrm>
              <a:off x="2376487" y="1228725"/>
              <a:ext cx="2562225" cy="4400550"/>
            </a:xfrm>
            <a:custGeom>
              <a:avLst/>
              <a:gdLst>
                <a:gd name="connsiteX0" fmla="*/ 0 w 2562225"/>
                <a:gd name="connsiteY0" fmla="*/ 4400550 h 4400550"/>
                <a:gd name="connsiteX1" fmla="*/ 1066800 w 2562225"/>
                <a:gd name="connsiteY1" fmla="*/ 4400550 h 4400550"/>
                <a:gd name="connsiteX2" fmla="*/ 2562225 w 2562225"/>
                <a:gd name="connsiteY2" fmla="*/ 2200275 h 4400550"/>
                <a:gd name="connsiteX3" fmla="*/ 1066800 w 2562225"/>
                <a:gd name="connsiteY3" fmla="*/ 0 h 4400550"/>
                <a:gd name="connsiteX4" fmla="*/ 0 w 2562225"/>
                <a:gd name="connsiteY4" fmla="*/ 0 h 4400550"/>
                <a:gd name="connsiteX5" fmla="*/ 1343025 w 2562225"/>
                <a:gd name="connsiteY5" fmla="*/ 2200275 h 4400550"/>
                <a:gd name="connsiteX6" fmla="*/ 0 w 2562225"/>
                <a:gd name="connsiteY6" fmla="*/ 4400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225" h="4400550">
                  <a:moveTo>
                    <a:pt x="0" y="4400550"/>
                  </a:moveTo>
                  <a:lnTo>
                    <a:pt x="1066800" y="4400550"/>
                  </a:lnTo>
                  <a:lnTo>
                    <a:pt x="2562225" y="22002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1343025" y="2200275"/>
                  </a:lnTo>
                  <a:lnTo>
                    <a:pt x="0" y="440055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lnSpc>
                  <a:spcPct val="80000"/>
                </a:lnSpc>
              </a:pPr>
              <a:endParaRPr lang="de-DE" sz="1400" b="1">
                <a:solidFill>
                  <a:schemeClr val="bg1"/>
                </a:solidFill>
              </a:endParaRPr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4902B52E-649D-E62A-E715-6082927D276F}"/>
                </a:ext>
              </a:extLst>
            </p:cNvPr>
            <p:cNvSpPr/>
            <p:nvPr/>
          </p:nvSpPr>
          <p:spPr>
            <a:xfrm>
              <a:off x="4814887" y="1228725"/>
              <a:ext cx="2562225" cy="4400550"/>
            </a:xfrm>
            <a:custGeom>
              <a:avLst/>
              <a:gdLst>
                <a:gd name="connsiteX0" fmla="*/ 0 w 2562225"/>
                <a:gd name="connsiteY0" fmla="*/ 4400550 h 4400550"/>
                <a:gd name="connsiteX1" fmla="*/ 1066800 w 2562225"/>
                <a:gd name="connsiteY1" fmla="*/ 4400550 h 4400550"/>
                <a:gd name="connsiteX2" fmla="*/ 2562225 w 2562225"/>
                <a:gd name="connsiteY2" fmla="*/ 2200275 h 4400550"/>
                <a:gd name="connsiteX3" fmla="*/ 1066800 w 2562225"/>
                <a:gd name="connsiteY3" fmla="*/ 0 h 4400550"/>
                <a:gd name="connsiteX4" fmla="*/ 0 w 2562225"/>
                <a:gd name="connsiteY4" fmla="*/ 0 h 4400550"/>
                <a:gd name="connsiteX5" fmla="*/ 1343025 w 2562225"/>
                <a:gd name="connsiteY5" fmla="*/ 2200275 h 4400550"/>
                <a:gd name="connsiteX6" fmla="*/ 0 w 2562225"/>
                <a:gd name="connsiteY6" fmla="*/ 4400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225" h="4400550">
                  <a:moveTo>
                    <a:pt x="0" y="4400550"/>
                  </a:moveTo>
                  <a:lnTo>
                    <a:pt x="1066800" y="4400550"/>
                  </a:lnTo>
                  <a:lnTo>
                    <a:pt x="2562225" y="22002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1343025" y="2200275"/>
                  </a:lnTo>
                  <a:lnTo>
                    <a:pt x="0" y="440055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lnSpc>
                  <a:spcPct val="80000"/>
                </a:lnSpc>
              </a:pPr>
              <a:endParaRPr lang="de-DE" sz="1400" b="1">
                <a:solidFill>
                  <a:schemeClr val="bg1"/>
                </a:solidFill>
              </a:endParaRPr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44FC983C-8545-BA5E-024C-C6A00C138627}"/>
                </a:ext>
              </a:extLst>
            </p:cNvPr>
            <p:cNvSpPr/>
            <p:nvPr/>
          </p:nvSpPr>
          <p:spPr>
            <a:xfrm>
              <a:off x="7253287" y="1228725"/>
              <a:ext cx="2562225" cy="4400550"/>
            </a:xfrm>
            <a:custGeom>
              <a:avLst/>
              <a:gdLst>
                <a:gd name="connsiteX0" fmla="*/ 0 w 2562225"/>
                <a:gd name="connsiteY0" fmla="*/ 4400550 h 4400550"/>
                <a:gd name="connsiteX1" fmla="*/ 1066800 w 2562225"/>
                <a:gd name="connsiteY1" fmla="*/ 4400550 h 4400550"/>
                <a:gd name="connsiteX2" fmla="*/ 2562225 w 2562225"/>
                <a:gd name="connsiteY2" fmla="*/ 2200275 h 4400550"/>
                <a:gd name="connsiteX3" fmla="*/ 1066800 w 2562225"/>
                <a:gd name="connsiteY3" fmla="*/ 0 h 4400550"/>
                <a:gd name="connsiteX4" fmla="*/ 0 w 2562225"/>
                <a:gd name="connsiteY4" fmla="*/ 0 h 4400550"/>
                <a:gd name="connsiteX5" fmla="*/ 1343025 w 2562225"/>
                <a:gd name="connsiteY5" fmla="*/ 2200275 h 4400550"/>
                <a:gd name="connsiteX6" fmla="*/ 0 w 2562225"/>
                <a:gd name="connsiteY6" fmla="*/ 4400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225" h="4400550">
                  <a:moveTo>
                    <a:pt x="0" y="4400550"/>
                  </a:moveTo>
                  <a:lnTo>
                    <a:pt x="1066800" y="4400550"/>
                  </a:lnTo>
                  <a:lnTo>
                    <a:pt x="2562225" y="22002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1343025" y="2200275"/>
                  </a:lnTo>
                  <a:lnTo>
                    <a:pt x="0" y="440055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lnSpc>
                  <a:spcPct val="80000"/>
                </a:lnSpc>
              </a:pPr>
              <a:endParaRPr lang="de-DE" sz="1400" b="1">
                <a:solidFill>
                  <a:schemeClr val="bg1"/>
                </a:solidFill>
              </a:endParaRPr>
            </a:p>
          </p:txBody>
        </p:sp>
      </p:grp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EE187F-F997-81B4-655B-7B76AE9F15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88" y="1196975"/>
            <a:ext cx="845390" cy="40518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square" lIns="72000" tIns="36000" rIns="72000" bIns="36000" anchor="ctr">
            <a:norm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Closing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56" name="Titel 1">
            <a:extLst>
              <a:ext uri="{FF2B5EF4-FFF2-40B4-BE49-F238E27FC236}">
                <a16:creationId xmlns:a16="http://schemas.microsoft.com/office/drawing/2014/main" id="{BB5090ED-C01C-CFF0-F53C-C02277DEC9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2070163"/>
            <a:ext cx="5538787" cy="2111312"/>
          </a:xfrm>
        </p:spPr>
        <p:txBody>
          <a:bodyPr vert="horz" anchor="t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 err="1"/>
              <a:t>Enabling</a:t>
            </a:r>
            <a:r>
              <a:rPr lang="de-DE"/>
              <a:t> </a:t>
            </a:r>
            <a:r>
              <a:rPr lang="de-DE" err="1"/>
              <a:t>you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shape</a:t>
            </a:r>
            <a:r>
              <a:rPr lang="de-DE"/>
              <a:t> a </a:t>
            </a:r>
            <a:r>
              <a:rPr lang="de-DE" err="1"/>
              <a:t>better</a:t>
            </a:r>
            <a:r>
              <a:rPr lang="de-DE"/>
              <a:t> </a:t>
            </a:r>
            <a:r>
              <a:rPr lang="de-DE" err="1"/>
              <a:t>tomorrow</a:t>
            </a:r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924A48-BBBD-C395-CAC0-DB64DA72C549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406452" y="4545128"/>
            <a:ext cx="11377507" cy="1584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 anchor="t"/>
          <a:lstStyle/>
          <a:p>
            <a:pPr eaLnBrk="0" hangingPunct="0">
              <a:lnSpc>
                <a:spcPct val="100000"/>
              </a:lnSpc>
              <a:spcBef>
                <a:spcPts val="300"/>
              </a:spcBef>
              <a:buClr>
                <a:srgbClr val="000099"/>
              </a:buClr>
              <a:tabLst>
                <a:tab pos="3690213" algn="l"/>
                <a:tab pos="4705869" algn="l"/>
              </a:tabLst>
            </a:pPr>
            <a:r>
              <a:rPr lang="en-US" sz="1400" b="1" noProof="0">
                <a:solidFill>
                  <a:schemeClr val="bg1"/>
                </a:solidFill>
                <a:latin typeface="+mn-lt"/>
                <a:cs typeface="Segoe UI"/>
              </a:rPr>
              <a:t>MHP Management- und IT-</a:t>
            </a:r>
            <a:r>
              <a:rPr lang="en-US" sz="1400" b="1" noProof="0" err="1">
                <a:solidFill>
                  <a:schemeClr val="bg1"/>
                </a:solidFill>
                <a:latin typeface="+mn-lt"/>
                <a:cs typeface="Segoe UI"/>
              </a:rPr>
              <a:t>Beratung</a:t>
            </a:r>
            <a:r>
              <a:rPr lang="en-US" sz="1400" b="1" noProof="0">
                <a:solidFill>
                  <a:schemeClr val="bg1"/>
                </a:solidFill>
                <a:latin typeface="+mn-lt"/>
                <a:cs typeface="Segoe UI"/>
              </a:rPr>
              <a:t> GmbH</a:t>
            </a:r>
            <a:br>
              <a:rPr lang="en-US" sz="1400" b="1" noProof="0">
                <a:solidFill>
                  <a:schemeClr val="bg1"/>
                </a:solidFill>
                <a:latin typeface="+mn-lt"/>
                <a:cs typeface="Segoe UI"/>
              </a:rPr>
            </a:br>
            <a:br>
              <a:rPr lang="en-US" sz="1400" noProof="0">
                <a:solidFill>
                  <a:schemeClr val="bg1"/>
                </a:solidFill>
                <a:latin typeface="+mn-lt"/>
                <a:cs typeface="Segoe UI"/>
              </a:rPr>
            </a:br>
            <a:r>
              <a:rPr lang="en-US" sz="1400" noProof="0">
                <a:solidFill>
                  <a:schemeClr val="bg1"/>
                </a:solidFill>
                <a:latin typeface="+mn-lt"/>
                <a:cs typeface="Segoe UI"/>
              </a:rPr>
              <a:t>Film- und </a:t>
            </a:r>
            <a:r>
              <a:rPr lang="en-US" sz="1400" noProof="0" err="1">
                <a:solidFill>
                  <a:schemeClr val="bg1"/>
                </a:solidFill>
                <a:latin typeface="+mn-lt"/>
                <a:cs typeface="Segoe UI"/>
              </a:rPr>
              <a:t>Medienzentrum</a:t>
            </a:r>
            <a:r>
              <a:rPr lang="en-US" sz="1400" noProof="0">
                <a:solidFill>
                  <a:schemeClr val="bg1"/>
                </a:solidFill>
                <a:latin typeface="+mn-lt"/>
                <a:cs typeface="Segoe UI"/>
              </a:rPr>
              <a:t> l Königsallee 49 l D-71638 Ludwigsburg</a:t>
            </a:r>
          </a:p>
          <a:p>
            <a:pPr eaLnBrk="0" hangingPunct="0">
              <a:lnSpc>
                <a:spcPct val="100000"/>
              </a:lnSpc>
              <a:spcBef>
                <a:spcPts val="300"/>
              </a:spcBef>
              <a:buClr>
                <a:srgbClr val="000099"/>
              </a:buClr>
              <a:tabLst>
                <a:tab pos="3690213" algn="l"/>
                <a:tab pos="4705869" algn="l"/>
              </a:tabLst>
            </a:pPr>
            <a:r>
              <a:rPr lang="en-US" sz="1400" noProof="0" err="1">
                <a:solidFill>
                  <a:schemeClr val="bg1"/>
                </a:solidFill>
                <a:latin typeface="+mn-lt"/>
                <a:cs typeface="Segoe UI"/>
                <a:sym typeface="Wingdings 2" charset="0"/>
              </a:rPr>
              <a:t>Telefon</a:t>
            </a:r>
            <a:r>
              <a:rPr lang="en-US" sz="1400" noProof="0">
                <a:solidFill>
                  <a:schemeClr val="bg1"/>
                </a:solidFill>
                <a:latin typeface="+mn-lt"/>
                <a:cs typeface="Segoe UI"/>
                <a:sym typeface="Wingdings 2" charset="0"/>
              </a:rPr>
              <a:t> +49 (0)7141 7856-0 l Fax +49 (0)7141 7856-199</a:t>
            </a:r>
          </a:p>
          <a:p>
            <a:pPr eaLnBrk="0" hangingPunct="0">
              <a:lnSpc>
                <a:spcPct val="100000"/>
              </a:lnSpc>
              <a:spcBef>
                <a:spcPts val="300"/>
              </a:spcBef>
              <a:buClr>
                <a:srgbClr val="000099"/>
              </a:buClr>
              <a:tabLst>
                <a:tab pos="3690213" algn="l"/>
                <a:tab pos="4705869" algn="l"/>
              </a:tabLst>
            </a:pPr>
            <a:r>
              <a:rPr lang="en-US" sz="1400" noProof="0">
                <a:solidFill>
                  <a:schemeClr val="bg1"/>
                </a:solidFill>
                <a:latin typeface="+mn-lt"/>
                <a:cs typeface="Segoe UI"/>
                <a:sym typeface="Wingdings 2" charset="0"/>
              </a:rPr>
              <a:t>E-Mail info@mhp.com l Internet www.mhp.com</a:t>
            </a:r>
          </a:p>
        </p:txBody>
      </p:sp>
    </p:spTree>
    <p:extLst>
      <p:ext uri="{BB962C8B-B14F-4D97-AF65-F5344CB8AC3E}">
        <p14:creationId xmlns:p14="http://schemas.microsoft.com/office/powerpoint/2010/main" val="308064676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imag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43">
            <a:extLst>
              <a:ext uri="{FF2B5EF4-FFF2-40B4-BE49-F238E27FC236}">
                <a16:creationId xmlns:a16="http://schemas.microsoft.com/office/drawing/2014/main" id="{E076C8B9-B697-985C-9F2C-666948479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264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EE187F-F997-81B4-655B-7B76AE9F15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88" y="1196975"/>
            <a:ext cx="845390" cy="40518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square" lIns="72000" tIns="36000" rIns="72000" bIns="36000" anchor="ctr">
            <a:norm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Closing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56" name="Titel 1">
            <a:extLst>
              <a:ext uri="{FF2B5EF4-FFF2-40B4-BE49-F238E27FC236}">
                <a16:creationId xmlns:a16="http://schemas.microsoft.com/office/drawing/2014/main" id="{BB5090ED-C01C-CFF0-F53C-C02277DEC90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2070163"/>
            <a:ext cx="6776583" cy="2082737"/>
          </a:xfrm>
        </p:spPr>
        <p:txBody>
          <a:bodyPr vert="horz" anchor="t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 err="1"/>
              <a:t>We</a:t>
            </a:r>
            <a:r>
              <a:rPr lang="de-DE"/>
              <a:t> </a:t>
            </a:r>
            <a:r>
              <a:rPr lang="de-DE" err="1"/>
              <a:t>create</a:t>
            </a:r>
            <a:r>
              <a:rPr lang="de-DE"/>
              <a:t> digital </a:t>
            </a:r>
            <a:r>
              <a:rPr lang="de-DE" err="1"/>
              <a:t>futures</a:t>
            </a:r>
            <a:r>
              <a:rPr lang="de-DE"/>
              <a:t> </a:t>
            </a:r>
            <a:r>
              <a:rPr lang="de-DE" err="1"/>
              <a:t>with</a:t>
            </a:r>
            <a:r>
              <a:rPr lang="de-DE"/>
              <a:t> </a:t>
            </a:r>
            <a:r>
              <a:rPr lang="de-DE" err="1"/>
              <a:t>sustainable</a:t>
            </a:r>
            <a:r>
              <a:rPr lang="de-DE"/>
              <a:t> </a:t>
            </a:r>
            <a:r>
              <a:rPr lang="de-DE" err="1"/>
              <a:t>impact</a:t>
            </a:r>
            <a:r>
              <a:rPr lang="de-DE"/>
              <a:t> </a:t>
            </a:r>
            <a:r>
              <a:rPr lang="de-DE" err="1"/>
              <a:t>for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world</a:t>
            </a:r>
            <a:r>
              <a:rPr lang="de-DE"/>
              <a:t>.</a:t>
            </a:r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924A48-BBBD-C395-CAC0-DB64DA72C54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406452" y="4545128"/>
            <a:ext cx="11377507" cy="1584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 anchor="t"/>
          <a:lstStyle/>
          <a:p>
            <a:pPr eaLnBrk="0" hangingPunct="0">
              <a:lnSpc>
                <a:spcPct val="100000"/>
              </a:lnSpc>
              <a:spcBef>
                <a:spcPts val="300"/>
              </a:spcBef>
              <a:buClr>
                <a:srgbClr val="000099"/>
              </a:buClr>
              <a:tabLst>
                <a:tab pos="3690213" algn="l"/>
                <a:tab pos="4705869" algn="l"/>
              </a:tabLst>
            </a:pPr>
            <a:r>
              <a:rPr lang="en-US" sz="1400" b="1" noProof="0">
                <a:solidFill>
                  <a:schemeClr val="bg1"/>
                </a:solidFill>
                <a:latin typeface="+mn-lt"/>
                <a:cs typeface="Segoe UI"/>
              </a:rPr>
              <a:t>MHP Management- und IT-</a:t>
            </a:r>
            <a:r>
              <a:rPr lang="en-US" sz="1400" b="1" noProof="0" err="1">
                <a:solidFill>
                  <a:schemeClr val="bg1"/>
                </a:solidFill>
                <a:latin typeface="+mn-lt"/>
                <a:cs typeface="Segoe UI"/>
              </a:rPr>
              <a:t>Beratung</a:t>
            </a:r>
            <a:r>
              <a:rPr lang="en-US" sz="1400" b="1" noProof="0">
                <a:solidFill>
                  <a:schemeClr val="bg1"/>
                </a:solidFill>
                <a:latin typeface="+mn-lt"/>
                <a:cs typeface="Segoe UI"/>
              </a:rPr>
              <a:t> GmbH</a:t>
            </a:r>
            <a:br>
              <a:rPr lang="en-US" sz="1400" b="1" noProof="0">
                <a:solidFill>
                  <a:schemeClr val="bg1"/>
                </a:solidFill>
                <a:latin typeface="+mn-lt"/>
                <a:cs typeface="Segoe UI"/>
              </a:rPr>
            </a:br>
            <a:br>
              <a:rPr lang="en-US" sz="1400" noProof="0">
                <a:solidFill>
                  <a:schemeClr val="bg1"/>
                </a:solidFill>
                <a:latin typeface="+mn-lt"/>
                <a:cs typeface="Segoe UI"/>
              </a:rPr>
            </a:br>
            <a:r>
              <a:rPr lang="en-US" sz="1400" noProof="0">
                <a:solidFill>
                  <a:schemeClr val="bg1"/>
                </a:solidFill>
                <a:latin typeface="+mn-lt"/>
                <a:cs typeface="Segoe UI"/>
              </a:rPr>
              <a:t>Film- und </a:t>
            </a:r>
            <a:r>
              <a:rPr lang="en-US" sz="1400" noProof="0" err="1">
                <a:solidFill>
                  <a:schemeClr val="bg1"/>
                </a:solidFill>
                <a:latin typeface="+mn-lt"/>
                <a:cs typeface="Segoe UI"/>
              </a:rPr>
              <a:t>Medienzentrum</a:t>
            </a:r>
            <a:r>
              <a:rPr lang="en-US" sz="1400" noProof="0">
                <a:solidFill>
                  <a:schemeClr val="bg1"/>
                </a:solidFill>
                <a:latin typeface="+mn-lt"/>
                <a:cs typeface="Segoe UI"/>
              </a:rPr>
              <a:t> l Königsallee 49 l D-71638 Ludwigsburg</a:t>
            </a:r>
          </a:p>
          <a:p>
            <a:pPr eaLnBrk="0" hangingPunct="0">
              <a:lnSpc>
                <a:spcPct val="100000"/>
              </a:lnSpc>
              <a:spcBef>
                <a:spcPts val="300"/>
              </a:spcBef>
              <a:buClr>
                <a:srgbClr val="000099"/>
              </a:buClr>
              <a:tabLst>
                <a:tab pos="3690213" algn="l"/>
                <a:tab pos="4705869" algn="l"/>
              </a:tabLst>
            </a:pPr>
            <a:r>
              <a:rPr lang="en-US" sz="1400" noProof="0" err="1">
                <a:solidFill>
                  <a:schemeClr val="bg1"/>
                </a:solidFill>
                <a:latin typeface="+mn-lt"/>
                <a:cs typeface="Segoe UI"/>
                <a:sym typeface="Wingdings 2" charset="0"/>
              </a:rPr>
              <a:t>Telefon</a:t>
            </a:r>
            <a:r>
              <a:rPr lang="en-US" sz="1400" noProof="0">
                <a:solidFill>
                  <a:schemeClr val="bg1"/>
                </a:solidFill>
                <a:latin typeface="+mn-lt"/>
                <a:cs typeface="Segoe UI"/>
                <a:sym typeface="Wingdings 2" charset="0"/>
              </a:rPr>
              <a:t> +49 (0)7141 7856-0 l Fax +49 (0)7141 7856-199</a:t>
            </a:r>
          </a:p>
          <a:p>
            <a:pPr eaLnBrk="0" hangingPunct="0">
              <a:lnSpc>
                <a:spcPct val="100000"/>
              </a:lnSpc>
              <a:spcBef>
                <a:spcPts val="300"/>
              </a:spcBef>
              <a:buClr>
                <a:srgbClr val="000099"/>
              </a:buClr>
              <a:tabLst>
                <a:tab pos="3690213" algn="l"/>
                <a:tab pos="4705869" algn="l"/>
              </a:tabLst>
            </a:pPr>
            <a:r>
              <a:rPr lang="en-US" sz="1400" noProof="0">
                <a:solidFill>
                  <a:schemeClr val="bg1"/>
                </a:solidFill>
                <a:latin typeface="+mn-lt"/>
                <a:cs typeface="Segoe UI"/>
                <a:sym typeface="Wingdings 2" charset="0"/>
              </a:rPr>
              <a:t>E-Mail info@mhp.com l Internet www.mhp.com</a:t>
            </a:r>
          </a:p>
        </p:txBody>
      </p:sp>
    </p:spTree>
    <p:extLst>
      <p:ext uri="{BB962C8B-B14F-4D97-AF65-F5344CB8AC3E}">
        <p14:creationId xmlns:p14="http://schemas.microsoft.com/office/powerpoint/2010/main" val="258471413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ckup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7B8F842D-9083-B1BD-7D8C-C56B343C4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ltGray">
          <a:xfrm>
            <a:off x="1309630" y="0"/>
            <a:ext cx="1088237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35" name="Textplatzhalter 7">
            <a:extLst>
              <a:ext uri="{FF2B5EF4-FFF2-40B4-BE49-F238E27FC236}">
                <a16:creationId xmlns:a16="http://schemas.microsoft.com/office/drawing/2014/main" id="{908F0356-819C-075B-B59E-1B1D915246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99538" y="219691"/>
            <a:ext cx="8859262" cy="153888"/>
          </a:xfrm>
        </p:spPr>
        <p:txBody>
          <a:bodyPr wrap="square"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99538" y="404813"/>
            <a:ext cx="8859262" cy="369332"/>
          </a:xfrm>
        </p:spPr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buClr>
                <a:schemeClr val="bg1"/>
              </a:buClr>
              <a:defRPr>
                <a:solidFill>
                  <a:schemeClr val="tx1"/>
                </a:solidFill>
              </a:defRPr>
            </a:lvl1pPr>
          </a:lstStyle>
          <a:p>
            <a:fld id="{E64BB44E-8903-4313-BBED-09991CD8D6D8}" type="datetime1">
              <a:rPr lang="de-DE" smtClean="0"/>
              <a:pPr/>
              <a:t>28.06.26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buClr>
                <a:schemeClr val="bg1"/>
              </a:buCl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18D4DFA3-BCD1-EDE9-50BD-608A9C333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1599538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grpSp>
        <p:nvGrpSpPr>
          <p:cNvPr id="6" name="Gruppieren 14">
            <a:extLst>
              <a:ext uri="{FF2B5EF4-FFF2-40B4-BE49-F238E27FC236}">
                <a16:creationId xmlns:a16="http://schemas.microsoft.com/office/drawing/2014/main" id="{FDCE383B-B4CB-D8AA-5C55-D327BB575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21708CD1-5A76-E2DB-806E-0BAD37B53A6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E804009-0C96-7E23-3EFA-A798C3A242F6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BBAAD31-2C49-D204-0DE2-6934CEE5E097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662F645B-E904-D21B-327C-985D7AED36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561A794-66AC-EFDE-4A7F-17CFB93B065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95CC678F-27F6-7AE0-8847-BA3D6BD54A8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ACF7ECAA-200A-A95E-EB52-147B9E4877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489C938-8BA4-3B07-5367-EE0552D6C30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3212BFEA-B83D-CE02-8141-41BBCB3C7FE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A5D9973-799E-3144-7CA9-06D643FF644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3A2E963B-62F9-A78F-756B-9DE1DCEC3DB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2A0A86D6-9908-EAB3-BF97-BDF51BCC44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2A1CAB6-4449-1418-7391-A03737305A4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E0417F03-5C24-A23E-2465-4FA6299C57A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6E636C30-2752-3571-DA71-B0674682A85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D2F58AFD-B196-E7E8-1CAD-56732E7CE0A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7AB30FB4-4AD5-2923-0E51-ECCE53A2F33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43C54911-B0A4-0978-65D9-BCF7927CCE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6DAD8C20-1D2C-46EA-E924-E176B21E5D6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13C09416-1474-540C-D335-18198A1B729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CA9D8461-872B-97D8-1926-05C916E2082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10036A20-41CF-1407-D4BE-A954ED74E51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F09F7526-61EF-7A8C-5F7D-23E3A866CE6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98174665-FCC3-C9CA-E15E-4D9FD042A68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37101" y="1484313"/>
            <a:ext cx="5644874" cy="228295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Picture Placeholder 68">
            <a:extLst>
              <a:ext uri="{FF2B5EF4-FFF2-40B4-BE49-F238E27FC236}">
                <a16:creationId xmlns:a16="http://schemas.microsoft.com/office/drawing/2014/main" id="{679F76BB-3934-B326-E04A-BD665DF1C72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2620736" y="2326356"/>
            <a:ext cx="1838325" cy="2483769"/>
          </a:xfrm>
          <a:prstGeom prst="roundRect">
            <a:avLst>
              <a:gd name="adj" fmla="val 4232"/>
            </a:avLst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sp>
        <p:nvSpPr>
          <p:cNvPr id="3" name="Textplatzhalter 52">
            <a:extLst>
              <a:ext uri="{FF2B5EF4-FFF2-40B4-BE49-F238E27FC236}">
                <a16:creationId xmlns:a16="http://schemas.microsoft.com/office/drawing/2014/main" id="{C2E65DBB-1B91-D658-C51E-5AEB43184D2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537102" y="5293012"/>
            <a:ext cx="1550286" cy="40518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wrap="square" lIns="72000" tIns="36000" rIns="72000" bIns="36000" anchor="ctr">
            <a:spAutoFit/>
          </a:bodyPr>
          <a:lstStyle>
            <a:lvl1pPr marL="0" indent="0" algn="l">
              <a:buNone/>
              <a:defRPr sz="14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endParaRPr lang="en-CA"/>
          </a:p>
        </p:txBody>
      </p:sp>
      <p:sp>
        <p:nvSpPr>
          <p:cNvPr id="32" name="Text Placeholder 60">
            <a:extLst>
              <a:ext uri="{FF2B5EF4-FFF2-40B4-BE49-F238E27FC236}">
                <a16:creationId xmlns:a16="http://schemas.microsoft.com/office/drawing/2014/main" id="{0D0390FA-F3C6-50BF-BA23-A70DDC5CD6BB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2537101" y="5798959"/>
            <a:ext cx="2011087" cy="228295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2" name="Picture Placeholder 68">
            <a:extLst>
              <a:ext uri="{FF2B5EF4-FFF2-40B4-BE49-F238E27FC236}">
                <a16:creationId xmlns:a16="http://schemas.microsoft.com/office/drawing/2014/main" id="{FA39E7D7-A690-5733-1347-C8D6142D2E9C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5792546" y="2326356"/>
            <a:ext cx="1838325" cy="2483769"/>
          </a:xfrm>
          <a:prstGeom prst="roundRect">
            <a:avLst>
              <a:gd name="adj" fmla="val 4232"/>
            </a:avLst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sp>
        <p:nvSpPr>
          <p:cNvPr id="55" name="Textplatzhalter 52">
            <a:extLst>
              <a:ext uri="{FF2B5EF4-FFF2-40B4-BE49-F238E27FC236}">
                <a16:creationId xmlns:a16="http://schemas.microsoft.com/office/drawing/2014/main" id="{67E8A32B-DB76-A46F-1D4E-614BDE62398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96088" y="5293012"/>
            <a:ext cx="1550286" cy="40518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wrap="square" lIns="72000" tIns="36000" rIns="72000" bIns="36000" anchor="ctr">
            <a:spAutoFit/>
          </a:bodyPr>
          <a:lstStyle>
            <a:lvl1pPr marL="0" indent="0" algn="l">
              <a:buNone/>
              <a:defRPr sz="14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endParaRPr lang="en-CA"/>
          </a:p>
        </p:txBody>
      </p:sp>
      <p:sp>
        <p:nvSpPr>
          <p:cNvPr id="36" name="Text Placeholder 60">
            <a:extLst>
              <a:ext uri="{FF2B5EF4-FFF2-40B4-BE49-F238E27FC236}">
                <a16:creationId xmlns:a16="http://schemas.microsoft.com/office/drawing/2014/main" id="{3603C341-4C82-045D-3CFB-4E80000771EC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96087" y="5798959"/>
            <a:ext cx="2011087" cy="228295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en-US"/>
              <a:t>Click to edit</a:t>
            </a:r>
          </a:p>
        </p:txBody>
      </p:sp>
      <p:pic>
        <p:nvPicPr>
          <p:cNvPr id="64" name="Grafik 58">
            <a:extLst>
              <a:ext uri="{FF2B5EF4-FFF2-40B4-BE49-F238E27FC236}">
                <a16:creationId xmlns:a16="http://schemas.microsoft.com/office/drawing/2014/main" id="{DC60D63F-C251-9360-1F6C-E38A18370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9746" t="10016" r="9733" b="12094"/>
          <a:stretch/>
        </p:blipFill>
        <p:spPr>
          <a:xfrm>
            <a:off x="2162175" y="2085974"/>
            <a:ext cx="2749240" cy="3012657"/>
          </a:xfrm>
          <a:prstGeom prst="rect">
            <a:avLst/>
          </a:prstGeom>
        </p:spPr>
      </p:pic>
      <p:pic>
        <p:nvPicPr>
          <p:cNvPr id="73" name="Grafik 58">
            <a:extLst>
              <a:ext uri="{FF2B5EF4-FFF2-40B4-BE49-F238E27FC236}">
                <a16:creationId xmlns:a16="http://schemas.microsoft.com/office/drawing/2014/main" id="{78045078-2D0D-151A-92E2-874FAD24E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499" t="10016" r="12236" b="13019"/>
          <a:stretch/>
        </p:blipFill>
        <p:spPr>
          <a:xfrm>
            <a:off x="5427993" y="2085974"/>
            <a:ext cx="2569778" cy="2976880"/>
          </a:xfrm>
          <a:prstGeom prst="rect">
            <a:avLst/>
          </a:prstGeom>
        </p:spPr>
      </p:pic>
      <p:sp>
        <p:nvSpPr>
          <p:cNvPr id="74" name="Picture Placeholder 68">
            <a:extLst>
              <a:ext uri="{FF2B5EF4-FFF2-40B4-BE49-F238E27FC236}">
                <a16:creationId xmlns:a16="http://schemas.microsoft.com/office/drawing/2014/main" id="{51C12959-3214-035C-E914-CF251D2E74B7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8938770" y="2326356"/>
            <a:ext cx="1838325" cy="2483769"/>
          </a:xfrm>
          <a:prstGeom prst="roundRect">
            <a:avLst>
              <a:gd name="adj" fmla="val 4232"/>
            </a:avLst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sp>
        <p:nvSpPr>
          <p:cNvPr id="31" name="Textplatzhalter 52">
            <a:extLst>
              <a:ext uri="{FF2B5EF4-FFF2-40B4-BE49-F238E27FC236}">
                <a16:creationId xmlns:a16="http://schemas.microsoft.com/office/drawing/2014/main" id="{D6437E68-9F6F-183B-425B-3612F5C478A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54066" y="5293012"/>
            <a:ext cx="1550286" cy="40518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wrap="square" lIns="72000" tIns="36000" rIns="72000" bIns="36000" anchor="ctr">
            <a:spAutoFit/>
          </a:bodyPr>
          <a:lstStyle>
            <a:lvl1pPr marL="0" indent="0" algn="l">
              <a:buNone/>
              <a:defRPr sz="14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endParaRPr lang="en-CA"/>
          </a:p>
        </p:txBody>
      </p:sp>
      <p:sp>
        <p:nvSpPr>
          <p:cNvPr id="37" name="Text Placeholder 60">
            <a:extLst>
              <a:ext uri="{FF2B5EF4-FFF2-40B4-BE49-F238E27FC236}">
                <a16:creationId xmlns:a16="http://schemas.microsoft.com/office/drawing/2014/main" id="{CB4E9C1A-78FF-7B50-DFF4-19FC8747252D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857280" y="5798959"/>
            <a:ext cx="2011087" cy="228295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en-US"/>
              <a:t>Click to edit</a:t>
            </a:r>
          </a:p>
        </p:txBody>
      </p:sp>
      <p:pic>
        <p:nvPicPr>
          <p:cNvPr id="75" name="Grafik 58">
            <a:extLst>
              <a:ext uri="{FF2B5EF4-FFF2-40B4-BE49-F238E27FC236}">
                <a16:creationId xmlns:a16="http://schemas.microsoft.com/office/drawing/2014/main" id="{E35B035C-EFF2-40C3-9828-8C16D944B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811" t="9091" r="6231" b="13019"/>
          <a:stretch/>
        </p:blipFill>
        <p:spPr>
          <a:xfrm>
            <a:off x="8584850" y="2050196"/>
            <a:ext cx="2764146" cy="3012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730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005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losing slide_imag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DB2E5CF3-C5FB-A6B3-03AE-C3D0CAE5679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07987" y="1484312"/>
            <a:ext cx="5832476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8" name="Picture Placeholder 19">
            <a:extLst>
              <a:ext uri="{FF2B5EF4-FFF2-40B4-BE49-F238E27FC236}">
                <a16:creationId xmlns:a16="http://schemas.microsoft.com/office/drawing/2014/main" id="{7E0BF23C-788A-C0F6-0F5F-FAE1BEAA72E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69300" y="1587245"/>
            <a:ext cx="2162283" cy="4684974"/>
          </a:xfrm>
          <a:prstGeom prst="roundRect">
            <a:avLst>
              <a:gd name="adj" fmla="val 9527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A1F9E3-B2D8-0F8D-B256-0ADEBB03EF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3935" y="1425008"/>
            <a:ext cx="3574615" cy="5625797"/>
          </a:xfrm>
          <a:prstGeom prst="rect">
            <a:avLst/>
          </a:prstGeom>
        </p:spPr>
      </p:pic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28.06.26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8517924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losing slid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DB2E5CF3-C5FB-A6B3-03AE-C3D0CAE5679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07987" y="1484312"/>
            <a:ext cx="5832476" cy="4897437"/>
          </a:xfrm>
        </p:spPr>
        <p:txBody>
          <a:bodyPr/>
          <a:lstStyle>
            <a:lvl1pPr marL="252000" indent="-25200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8" name="Picture Placeholder 19">
            <a:extLst>
              <a:ext uri="{FF2B5EF4-FFF2-40B4-BE49-F238E27FC236}">
                <a16:creationId xmlns:a16="http://schemas.microsoft.com/office/drawing/2014/main" id="{7E0BF23C-788A-C0F6-0F5F-FAE1BEAA72E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69300" y="1587245"/>
            <a:ext cx="2162283" cy="4684974"/>
          </a:xfrm>
          <a:prstGeom prst="roundRect">
            <a:avLst>
              <a:gd name="adj" fmla="val 9527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A1F9E3-B2D8-0F8D-B256-0ADEBB03EF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3935" y="1425008"/>
            <a:ext cx="3574615" cy="5625797"/>
          </a:xfrm>
          <a:prstGeom prst="rect">
            <a:avLst/>
          </a:prstGeom>
        </p:spPr>
      </p:pic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28.06.26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grpSp>
        <p:nvGrpSpPr>
          <p:cNvPr id="3" name="Gruppieren 14">
            <a:extLst>
              <a:ext uri="{FF2B5EF4-FFF2-40B4-BE49-F238E27FC236}">
                <a16:creationId xmlns:a16="http://schemas.microsoft.com/office/drawing/2014/main" id="{FC420329-DCAA-8421-EAF7-164ECDCE61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E24DDCE8-3617-85AC-02B4-FC8C933F1DD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68A8E41-8065-9690-F4F1-825DD1C9F8B3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239FA78-7298-1B4F-DA4E-A41879174F3E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23B13956-CE69-6918-D1F7-80FF5BC1CBF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0EF8E941-617C-A1F3-5D74-A02D1740816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B4F927CA-B7B2-509C-C5D9-3D04D0AC3C4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54A6493F-BB8C-F071-A97A-799E6AD1EE7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2D84269C-1683-E06F-4CDB-E7800E5129E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DA1E169F-0228-D5D8-B7B4-F13EB2E1B5F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75F5CEB5-F4BC-856C-710D-F2C4F5BFB0B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20473723-F962-18D8-73DE-303F8968F6D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A0E50E9B-E534-E453-6719-67E2B74C0EE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B42C1050-F1CF-F10B-3122-BE9CD7BC548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88EE4E2F-D3CF-E3CB-02CB-758085FD5AC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DB32BAD2-53D2-4994-165E-F136DA71B07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832AB545-6DA6-0333-F51D-ACF0323374D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DB08D574-C6DF-EE3F-F68E-2CD332C08A0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EDF93916-25CF-9543-9337-B35DA30CCE3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83DA72D2-1421-53ED-F1E4-E251B165C6D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6">
              <a:extLst>
                <a:ext uri="{FF2B5EF4-FFF2-40B4-BE49-F238E27FC236}">
                  <a16:creationId xmlns:a16="http://schemas.microsoft.com/office/drawing/2014/main" id="{DB8BBFBC-1C8A-E1C2-146C-6048D3BEE71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7">
              <a:extLst>
                <a:ext uri="{FF2B5EF4-FFF2-40B4-BE49-F238E27FC236}">
                  <a16:creationId xmlns:a16="http://schemas.microsoft.com/office/drawing/2014/main" id="{C4953B43-C951-5ECB-3B89-09BAF1118EA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8">
              <a:extLst>
                <a:ext uri="{FF2B5EF4-FFF2-40B4-BE49-F238E27FC236}">
                  <a16:creationId xmlns:a16="http://schemas.microsoft.com/office/drawing/2014/main" id="{BC977B98-F816-B34F-A5F7-81BD272629A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9">
              <a:extLst>
                <a:ext uri="{FF2B5EF4-FFF2-40B4-BE49-F238E27FC236}">
                  <a16:creationId xmlns:a16="http://schemas.microsoft.com/office/drawing/2014/main" id="{66858941-620B-1685-889D-54E8A6145B0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420872075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losing slide_imag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5B6EF35A-BC8C-36EF-8113-93A21C7469B0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07987" y="1484313"/>
            <a:ext cx="3887788" cy="1017910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53B892B6-98A2-8F8F-1564-9C8BB90052E2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07987" y="3254343"/>
            <a:ext cx="3887788" cy="1017910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55C9223E-32BF-3983-5E9C-2FFF298D49CC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07987" y="5024373"/>
            <a:ext cx="3887788" cy="1017910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E1A00CD3-3A79-0975-BD7A-6E6BAA310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0677" y="1365373"/>
            <a:ext cx="7259979" cy="5463134"/>
          </a:xfrm>
          <a:prstGeom prst="rect">
            <a:avLst/>
          </a:prstGeom>
        </p:spPr>
      </p:pic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C345C877-2568-87D3-2D8B-FBC6D5CB099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80389" y="1660574"/>
            <a:ext cx="6005761" cy="4517976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28.06.26</a:t>
            </a:fld>
            <a:endParaRPr lang="en-CA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BA26A7C-E6C1-332A-FCA4-D7706F34E8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5222" y="2878283"/>
            <a:ext cx="3903080" cy="0"/>
          </a:xfrm>
          <a:prstGeom prst="line">
            <a:avLst/>
          </a:prstGeom>
          <a:noFill/>
          <a:ln w="952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85F5FC8-3452-AD47-7777-10A5179C93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5222" y="4648313"/>
            <a:ext cx="3903080" cy="0"/>
          </a:xfrm>
          <a:prstGeom prst="line">
            <a:avLst/>
          </a:prstGeom>
          <a:noFill/>
          <a:ln w="952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3048000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Closing slid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A00CD3-3A79-0975-BD7A-6E6BAA310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0677" y="1365373"/>
            <a:ext cx="7259979" cy="5463134"/>
          </a:xfrm>
          <a:prstGeom prst="rect">
            <a:avLst/>
          </a:prstGeom>
        </p:spPr>
      </p:pic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5B6EF35A-BC8C-36EF-8113-93A21C7469B0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07987" y="1484313"/>
            <a:ext cx="3887788" cy="1017910"/>
          </a:xfrm>
        </p:spPr>
        <p:txBody>
          <a:bodyPr/>
          <a:lstStyle>
            <a:lvl1pPr marL="252000" indent="-25200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53B892B6-98A2-8F8F-1564-9C8BB90052E2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07987" y="3254343"/>
            <a:ext cx="3887788" cy="1017910"/>
          </a:xfrm>
        </p:spPr>
        <p:txBody>
          <a:bodyPr/>
          <a:lstStyle>
            <a:lvl1pPr marL="252000" indent="-25200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55C9223E-32BF-3983-5E9C-2FFF298D49CC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07987" y="5024373"/>
            <a:ext cx="3887788" cy="1017910"/>
          </a:xfrm>
        </p:spPr>
        <p:txBody>
          <a:bodyPr/>
          <a:lstStyle>
            <a:lvl1pPr marL="252000" indent="-25200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C345C877-2568-87D3-2D8B-FBC6D5CB099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80389" y="1660574"/>
            <a:ext cx="6005761" cy="4517976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28.06.26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BA26A7C-E6C1-332A-FCA4-D7706F34E8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5222" y="2878283"/>
            <a:ext cx="3903080" cy="0"/>
          </a:xfrm>
          <a:prstGeom prst="line">
            <a:avLst/>
          </a:prstGeom>
          <a:noFill/>
          <a:ln w="952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85F5FC8-3452-AD47-7777-10A5179C93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5222" y="4648313"/>
            <a:ext cx="3903080" cy="0"/>
          </a:xfrm>
          <a:prstGeom prst="line">
            <a:avLst/>
          </a:prstGeom>
          <a:noFill/>
          <a:ln w="952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" name="Gruppieren 14">
            <a:extLst>
              <a:ext uri="{FF2B5EF4-FFF2-40B4-BE49-F238E27FC236}">
                <a16:creationId xmlns:a16="http://schemas.microsoft.com/office/drawing/2014/main" id="{A1ADCB0D-E987-9BD2-8F72-9A8B8D272F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5B95A1CC-62B7-0D05-3EEB-3FDB435C37E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BA48456-EE59-6314-6769-C4AD2FDF89C0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559A7E0-78FB-6A4B-2759-919BDD3E3D7E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F1B20C79-4B71-48D1-0878-299B267BCAF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5A745886-FB26-ECC3-2562-99D7CDF5EDF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AAC1023E-7065-67AB-FA77-C84257693CE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13">
              <a:extLst>
                <a:ext uri="{FF2B5EF4-FFF2-40B4-BE49-F238E27FC236}">
                  <a16:creationId xmlns:a16="http://schemas.microsoft.com/office/drawing/2014/main" id="{D4CB867E-6E50-7D54-52A8-13FEF8EA49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14">
              <a:extLst>
                <a:ext uri="{FF2B5EF4-FFF2-40B4-BE49-F238E27FC236}">
                  <a16:creationId xmlns:a16="http://schemas.microsoft.com/office/drawing/2014/main" id="{70E9E0B7-0960-3CBD-A8A7-2C72F46C35D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15">
              <a:extLst>
                <a:ext uri="{FF2B5EF4-FFF2-40B4-BE49-F238E27FC236}">
                  <a16:creationId xmlns:a16="http://schemas.microsoft.com/office/drawing/2014/main" id="{7172BE78-D9DF-EA4D-6242-01E4681B62D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16">
              <a:extLst>
                <a:ext uri="{FF2B5EF4-FFF2-40B4-BE49-F238E27FC236}">
                  <a16:creationId xmlns:a16="http://schemas.microsoft.com/office/drawing/2014/main" id="{3CB5D193-4B3B-D3A9-B758-5EAC1E241D9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17">
              <a:extLst>
                <a:ext uri="{FF2B5EF4-FFF2-40B4-BE49-F238E27FC236}">
                  <a16:creationId xmlns:a16="http://schemas.microsoft.com/office/drawing/2014/main" id="{9104682E-FA90-01FB-9DD0-0E8EABDB1F1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18">
              <a:extLst>
                <a:ext uri="{FF2B5EF4-FFF2-40B4-BE49-F238E27FC236}">
                  <a16:creationId xmlns:a16="http://schemas.microsoft.com/office/drawing/2014/main" id="{23D10B33-D88E-69A9-6F27-EA69156FB1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19">
              <a:extLst>
                <a:ext uri="{FF2B5EF4-FFF2-40B4-BE49-F238E27FC236}">
                  <a16:creationId xmlns:a16="http://schemas.microsoft.com/office/drawing/2014/main" id="{EEB0B6C7-E3F2-9AE6-701B-44911AA340D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0">
              <a:extLst>
                <a:ext uri="{FF2B5EF4-FFF2-40B4-BE49-F238E27FC236}">
                  <a16:creationId xmlns:a16="http://schemas.microsoft.com/office/drawing/2014/main" id="{904A9D67-5887-7EC2-5C46-3B7BBC1A750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1">
              <a:extLst>
                <a:ext uri="{FF2B5EF4-FFF2-40B4-BE49-F238E27FC236}">
                  <a16:creationId xmlns:a16="http://schemas.microsoft.com/office/drawing/2014/main" id="{1D5A578D-F051-E12E-5CD0-9321100DF05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2">
              <a:extLst>
                <a:ext uri="{FF2B5EF4-FFF2-40B4-BE49-F238E27FC236}">
                  <a16:creationId xmlns:a16="http://schemas.microsoft.com/office/drawing/2014/main" id="{489B747B-062A-E40D-AD74-915331FED5A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3">
              <a:extLst>
                <a:ext uri="{FF2B5EF4-FFF2-40B4-BE49-F238E27FC236}">
                  <a16:creationId xmlns:a16="http://schemas.microsoft.com/office/drawing/2014/main" id="{75D027F0-B559-A3A4-7FAE-D7FFC7A595C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4">
              <a:extLst>
                <a:ext uri="{FF2B5EF4-FFF2-40B4-BE49-F238E27FC236}">
                  <a16:creationId xmlns:a16="http://schemas.microsoft.com/office/drawing/2014/main" id="{1E4742C6-102F-6E65-DB1D-C4D7954826B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5">
              <a:extLst>
                <a:ext uri="{FF2B5EF4-FFF2-40B4-BE49-F238E27FC236}">
                  <a16:creationId xmlns:a16="http://schemas.microsoft.com/office/drawing/2014/main" id="{CEB3BADB-A3F5-781B-359C-1F6E6292EAE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6">
              <a:extLst>
                <a:ext uri="{FF2B5EF4-FFF2-40B4-BE49-F238E27FC236}">
                  <a16:creationId xmlns:a16="http://schemas.microsoft.com/office/drawing/2014/main" id="{307C1B5C-D160-6035-0D35-144F967D53F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3" name="Freeform 27">
              <a:extLst>
                <a:ext uri="{FF2B5EF4-FFF2-40B4-BE49-F238E27FC236}">
                  <a16:creationId xmlns:a16="http://schemas.microsoft.com/office/drawing/2014/main" id="{92F83589-CC5F-FEC5-5C54-1A256FCA63A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4" name="Freeform 28">
              <a:extLst>
                <a:ext uri="{FF2B5EF4-FFF2-40B4-BE49-F238E27FC236}">
                  <a16:creationId xmlns:a16="http://schemas.microsoft.com/office/drawing/2014/main" id="{4FC24CB5-6F49-E00A-BA66-83680EE9867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5" name="Freeform 29">
              <a:extLst>
                <a:ext uri="{FF2B5EF4-FFF2-40B4-BE49-F238E27FC236}">
                  <a16:creationId xmlns:a16="http://schemas.microsoft.com/office/drawing/2014/main" id="{92630830-A21E-BFC8-0E78-EF108468631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100840093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Closing slid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28.06.26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DB2E5CF3-C5FB-A6B3-03AE-C3D0CAE5679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07987" y="1484312"/>
            <a:ext cx="3600451" cy="4897437"/>
          </a:xfrm>
        </p:spPr>
        <p:txBody>
          <a:bodyPr/>
          <a:lstStyle>
            <a:lvl1pPr marL="252000" indent="-25200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23" name="Picture Placeholder 24">
            <a:extLst>
              <a:ext uri="{FF2B5EF4-FFF2-40B4-BE49-F238E27FC236}">
                <a16:creationId xmlns:a16="http://schemas.microsoft.com/office/drawing/2014/main" id="{A09BCFC0-0F84-34A0-AD8B-6321349C9D9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127869" y="1569050"/>
            <a:ext cx="5389694" cy="3031703"/>
          </a:xfrm>
          <a:custGeom>
            <a:avLst/>
            <a:gdLst>
              <a:gd name="connsiteX0" fmla="*/ 0 w 5389694"/>
              <a:gd name="connsiteY0" fmla="*/ 0 h 3031703"/>
              <a:gd name="connsiteX1" fmla="*/ 5389694 w 5389694"/>
              <a:gd name="connsiteY1" fmla="*/ 0 h 3031703"/>
              <a:gd name="connsiteX2" fmla="*/ 5389694 w 5389694"/>
              <a:gd name="connsiteY2" fmla="*/ 3031703 h 3031703"/>
              <a:gd name="connsiteX3" fmla="*/ 1352550 w 5389694"/>
              <a:gd name="connsiteY3" fmla="*/ 3031703 h 3031703"/>
              <a:gd name="connsiteX4" fmla="*/ 303411 w 5389694"/>
              <a:gd name="connsiteY4" fmla="*/ 3031703 h 3031703"/>
              <a:gd name="connsiteX5" fmla="*/ 303411 w 5389694"/>
              <a:gd name="connsiteY5" fmla="*/ 2452577 h 3031703"/>
              <a:gd name="connsiteX6" fmla="*/ 305990 w 5389694"/>
              <a:gd name="connsiteY6" fmla="*/ 2452577 h 3031703"/>
              <a:gd name="connsiteX7" fmla="*/ 313728 w 5389694"/>
              <a:gd name="connsiteY7" fmla="*/ 2447419 h 3031703"/>
              <a:gd name="connsiteX8" fmla="*/ 313728 w 5389694"/>
              <a:gd name="connsiteY8" fmla="*/ 2073418 h 3031703"/>
              <a:gd name="connsiteX9" fmla="*/ 305990 w 5389694"/>
              <a:gd name="connsiteY9" fmla="*/ 2068259 h 3031703"/>
              <a:gd name="connsiteX10" fmla="*/ 303411 w 5389694"/>
              <a:gd name="connsiteY10" fmla="*/ 2068259 h 3031703"/>
              <a:gd name="connsiteX11" fmla="*/ 303411 w 5389694"/>
              <a:gd name="connsiteY11" fmla="*/ 1511128 h 3031703"/>
              <a:gd name="connsiteX12" fmla="*/ 226032 w 5389694"/>
              <a:gd name="connsiteY12" fmla="*/ 1315100 h 3031703"/>
              <a:gd name="connsiteX13" fmla="*/ 37742 w 5389694"/>
              <a:gd name="connsiteY13" fmla="*/ 1245458 h 3031703"/>
              <a:gd name="connsiteX14" fmla="*/ 0 w 5389694"/>
              <a:gd name="connsiteY14" fmla="*/ 1245458 h 3031703"/>
              <a:gd name="connsiteX15" fmla="*/ 0 w 5389694"/>
              <a:gd name="connsiteY15" fmla="*/ 1056853 h 3031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389694" h="3031703">
                <a:moveTo>
                  <a:pt x="0" y="0"/>
                </a:moveTo>
                <a:lnTo>
                  <a:pt x="5389694" y="0"/>
                </a:lnTo>
                <a:lnTo>
                  <a:pt x="5389694" y="3031703"/>
                </a:lnTo>
                <a:lnTo>
                  <a:pt x="1352550" y="3031703"/>
                </a:lnTo>
                <a:lnTo>
                  <a:pt x="303411" y="3031703"/>
                </a:lnTo>
                <a:lnTo>
                  <a:pt x="303411" y="2452577"/>
                </a:lnTo>
                <a:lnTo>
                  <a:pt x="305990" y="2452577"/>
                </a:lnTo>
                <a:lnTo>
                  <a:pt x="313728" y="2447419"/>
                </a:lnTo>
                <a:lnTo>
                  <a:pt x="313728" y="2073418"/>
                </a:lnTo>
                <a:lnTo>
                  <a:pt x="305990" y="2068259"/>
                </a:lnTo>
                <a:lnTo>
                  <a:pt x="303411" y="2068259"/>
                </a:lnTo>
                <a:lnTo>
                  <a:pt x="303411" y="1511128"/>
                </a:lnTo>
                <a:cubicBezTo>
                  <a:pt x="303411" y="1511128"/>
                  <a:pt x="302336" y="1385924"/>
                  <a:pt x="226032" y="1315100"/>
                </a:cubicBezTo>
                <a:cubicBezTo>
                  <a:pt x="150909" y="1245351"/>
                  <a:pt x="37742" y="1245458"/>
                  <a:pt x="37742" y="1245458"/>
                </a:cubicBezTo>
                <a:lnTo>
                  <a:pt x="0" y="1245458"/>
                </a:lnTo>
                <a:lnTo>
                  <a:pt x="0" y="1056853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bIns="720000" anchor="ctr">
            <a:noAutofit/>
          </a:bodyPr>
          <a:lstStyle>
            <a:lvl1pPr marL="0" indent="0" algn="ctr">
              <a:buNone/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pic>
        <p:nvPicPr>
          <p:cNvPr id="22" name="Grafik 15">
            <a:extLst>
              <a:ext uri="{FF2B5EF4-FFF2-40B4-BE49-F238E27FC236}">
                <a16:creationId xmlns:a16="http://schemas.microsoft.com/office/drawing/2014/main" id="{B6468952-CF4F-798C-A2F4-C7F5AA9E7E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4692" y="1371870"/>
            <a:ext cx="5776048" cy="520482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C9BD4D2-4E2A-A0AF-6AAC-022038E51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1759" y="2754636"/>
            <a:ext cx="2620583" cy="4124324"/>
          </a:xfrm>
          <a:prstGeom prst="rect">
            <a:avLst/>
          </a:prstGeom>
        </p:spPr>
      </p:pic>
      <p:sp>
        <p:nvSpPr>
          <p:cNvPr id="25" name="Picture Placeholder 14">
            <a:extLst>
              <a:ext uri="{FF2B5EF4-FFF2-40B4-BE49-F238E27FC236}">
                <a16:creationId xmlns:a16="http://schemas.microsoft.com/office/drawing/2014/main" id="{840AC07D-7406-F2AA-3F03-C74E178895EC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4760119" y="2900918"/>
            <a:ext cx="1578769" cy="3404161"/>
          </a:xfrm>
          <a:custGeom>
            <a:avLst/>
            <a:gdLst>
              <a:gd name="connsiteX0" fmla="*/ 219387 w 2231231"/>
              <a:gd name="connsiteY0" fmla="*/ 40 h 4833612"/>
              <a:gd name="connsiteX1" fmla="*/ 223489 w 2231231"/>
              <a:gd name="connsiteY1" fmla="*/ 207 h 4833612"/>
              <a:gd name="connsiteX2" fmla="*/ 520254 w 2231231"/>
              <a:gd name="connsiteY2" fmla="*/ 207 h 4833612"/>
              <a:gd name="connsiteX3" fmla="*/ 545900 w 2231231"/>
              <a:gd name="connsiteY3" fmla="*/ 11198 h 4833612"/>
              <a:gd name="connsiteX4" fmla="*/ 553228 w 2231231"/>
              <a:gd name="connsiteY4" fmla="*/ 29517 h 4833612"/>
              <a:gd name="connsiteX5" fmla="*/ 553228 w 2231231"/>
              <a:gd name="connsiteY5" fmla="*/ 58827 h 4833612"/>
              <a:gd name="connsiteX6" fmla="*/ 589866 w 2231231"/>
              <a:gd name="connsiteY6" fmla="*/ 128439 h 4833612"/>
              <a:gd name="connsiteX7" fmla="*/ 659477 w 2231231"/>
              <a:gd name="connsiteY7" fmla="*/ 161412 h 4833612"/>
              <a:gd name="connsiteX8" fmla="*/ 1571754 w 2231231"/>
              <a:gd name="connsiteY8" fmla="*/ 161412 h 4833612"/>
              <a:gd name="connsiteX9" fmla="*/ 1637702 w 2231231"/>
              <a:gd name="connsiteY9" fmla="*/ 121111 h 4833612"/>
              <a:gd name="connsiteX10" fmla="*/ 1667012 w 2231231"/>
              <a:gd name="connsiteY10" fmla="*/ 25853 h 4833612"/>
              <a:gd name="connsiteX11" fmla="*/ 1678003 w 2231231"/>
              <a:gd name="connsiteY11" fmla="*/ 7534 h 4833612"/>
              <a:gd name="connsiteX12" fmla="*/ 1699986 w 2231231"/>
              <a:gd name="connsiteY12" fmla="*/ 207 h 4833612"/>
              <a:gd name="connsiteX13" fmla="*/ 1985759 w 2231231"/>
              <a:gd name="connsiteY13" fmla="*/ 207 h 4833612"/>
              <a:gd name="connsiteX14" fmla="*/ 2168947 w 2231231"/>
              <a:gd name="connsiteY14" fmla="*/ 69818 h 4833612"/>
              <a:gd name="connsiteX15" fmla="*/ 2231231 w 2231231"/>
              <a:gd name="connsiteY15" fmla="*/ 227360 h 4833612"/>
              <a:gd name="connsiteX16" fmla="*/ 2231231 w 2231231"/>
              <a:gd name="connsiteY16" fmla="*/ 4612883 h 4833612"/>
              <a:gd name="connsiteX17" fmla="*/ 2183602 w 2231231"/>
              <a:gd name="connsiteY17" fmla="*/ 4759434 h 4833612"/>
              <a:gd name="connsiteX18" fmla="*/ 2044379 w 2231231"/>
              <a:gd name="connsiteY18" fmla="*/ 4832709 h 4833612"/>
              <a:gd name="connsiteX19" fmla="*/ 1674339 w 2231231"/>
              <a:gd name="connsiteY19" fmla="*/ 4832709 h 4833612"/>
              <a:gd name="connsiteX20" fmla="*/ 227153 w 2231231"/>
              <a:gd name="connsiteY20" fmla="*/ 4832709 h 4833612"/>
              <a:gd name="connsiteX21" fmla="*/ 51293 w 2231231"/>
              <a:gd name="connsiteY21" fmla="*/ 4766761 h 4833612"/>
              <a:gd name="connsiteX22" fmla="*/ 0 w 2231231"/>
              <a:gd name="connsiteY22" fmla="*/ 4612883 h 4833612"/>
              <a:gd name="connsiteX23" fmla="*/ 0 w 2231231"/>
              <a:gd name="connsiteY23" fmla="*/ 209041 h 4833612"/>
              <a:gd name="connsiteX24" fmla="*/ 65948 w 2231231"/>
              <a:gd name="connsiteY24" fmla="*/ 58827 h 4833612"/>
              <a:gd name="connsiteX25" fmla="*/ 219387 w 2231231"/>
              <a:gd name="connsiteY25" fmla="*/ 40 h 4833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231231" h="4833612">
                <a:moveTo>
                  <a:pt x="219387" y="40"/>
                </a:moveTo>
                <a:cubicBezTo>
                  <a:pt x="222044" y="100"/>
                  <a:pt x="223489" y="207"/>
                  <a:pt x="223489" y="207"/>
                </a:cubicBezTo>
                <a:lnTo>
                  <a:pt x="520254" y="207"/>
                </a:lnTo>
                <a:cubicBezTo>
                  <a:pt x="520254" y="207"/>
                  <a:pt x="532925" y="-1777"/>
                  <a:pt x="545900" y="11198"/>
                </a:cubicBezTo>
                <a:cubicBezTo>
                  <a:pt x="553228" y="18526"/>
                  <a:pt x="553228" y="29517"/>
                  <a:pt x="553228" y="29517"/>
                </a:cubicBezTo>
                <a:lnTo>
                  <a:pt x="553228" y="58827"/>
                </a:lnTo>
                <a:cubicBezTo>
                  <a:pt x="553228" y="58827"/>
                  <a:pt x="559487" y="102029"/>
                  <a:pt x="589866" y="128439"/>
                </a:cubicBezTo>
                <a:cubicBezTo>
                  <a:pt x="625893" y="159733"/>
                  <a:pt x="659477" y="161412"/>
                  <a:pt x="659477" y="161412"/>
                </a:cubicBezTo>
                <a:lnTo>
                  <a:pt x="1571754" y="161412"/>
                </a:lnTo>
                <a:cubicBezTo>
                  <a:pt x="1571754" y="161412"/>
                  <a:pt x="1610071" y="156069"/>
                  <a:pt x="1637702" y="121111"/>
                </a:cubicBezTo>
                <a:cubicBezTo>
                  <a:pt x="1668691" y="82031"/>
                  <a:pt x="1667012" y="25853"/>
                  <a:pt x="1667012" y="25853"/>
                </a:cubicBezTo>
                <a:cubicBezTo>
                  <a:pt x="1667012" y="25853"/>
                  <a:pt x="1670523" y="14251"/>
                  <a:pt x="1678003" y="7534"/>
                </a:cubicBezTo>
                <a:cubicBezTo>
                  <a:pt x="1687315" y="-710"/>
                  <a:pt x="1699986" y="207"/>
                  <a:pt x="1699986" y="207"/>
                </a:cubicBezTo>
                <a:lnTo>
                  <a:pt x="1985759" y="207"/>
                </a:lnTo>
                <a:cubicBezTo>
                  <a:pt x="1985759" y="207"/>
                  <a:pt x="2103458" y="-1014"/>
                  <a:pt x="2168947" y="69818"/>
                </a:cubicBezTo>
                <a:cubicBezTo>
                  <a:pt x="2231231" y="137292"/>
                  <a:pt x="2231231" y="227360"/>
                  <a:pt x="2231231" y="227360"/>
                </a:cubicBezTo>
                <a:lnTo>
                  <a:pt x="2231231" y="4612883"/>
                </a:lnTo>
                <a:cubicBezTo>
                  <a:pt x="2231231" y="4612883"/>
                  <a:pt x="2228484" y="4699286"/>
                  <a:pt x="2183602" y="4759434"/>
                </a:cubicBezTo>
                <a:cubicBezTo>
                  <a:pt x="2128341" y="4833472"/>
                  <a:pt x="2044379" y="4832709"/>
                  <a:pt x="2044379" y="4832709"/>
                </a:cubicBezTo>
                <a:lnTo>
                  <a:pt x="1674339" y="4832709"/>
                </a:lnTo>
                <a:lnTo>
                  <a:pt x="227153" y="4832709"/>
                </a:lnTo>
                <a:cubicBezTo>
                  <a:pt x="227153" y="4832709"/>
                  <a:pt x="125789" y="4846449"/>
                  <a:pt x="51293" y="4766761"/>
                </a:cubicBezTo>
                <a:cubicBezTo>
                  <a:pt x="3359" y="4715469"/>
                  <a:pt x="0" y="4612883"/>
                  <a:pt x="0" y="4612883"/>
                </a:cubicBezTo>
                <a:lnTo>
                  <a:pt x="0" y="209041"/>
                </a:lnTo>
                <a:cubicBezTo>
                  <a:pt x="0" y="209041"/>
                  <a:pt x="4581" y="120653"/>
                  <a:pt x="65948" y="58827"/>
                </a:cubicBezTo>
                <a:cubicBezTo>
                  <a:pt x="122851" y="1524"/>
                  <a:pt x="200791" y="-380"/>
                  <a:pt x="219387" y="4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bIns="720000" anchor="ctr">
            <a:noAutofit/>
          </a:bodyPr>
          <a:lstStyle>
            <a:lvl1pPr marL="0" indent="0" algn="ctr">
              <a:buNone/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 Picture</a:t>
            </a:r>
          </a:p>
        </p:txBody>
      </p:sp>
      <p:grpSp>
        <p:nvGrpSpPr>
          <p:cNvPr id="3" name="Gruppieren 14">
            <a:extLst>
              <a:ext uri="{FF2B5EF4-FFF2-40B4-BE49-F238E27FC236}">
                <a16:creationId xmlns:a16="http://schemas.microsoft.com/office/drawing/2014/main" id="{CF0C3A87-E3F5-87AF-2B8D-843F70F35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982324" y="6270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55FB99D7-95D6-3749-7C1E-5CBAE737291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72443F3-43BD-035E-0EDA-061063499764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20D5DEE-4DFB-EB03-9221-7041B4C1AD9A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38AA74E-CC77-E11E-721D-D63E1577B6C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4ABA5EB6-6CC8-1D31-BC61-AB014273434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021D6699-F4E7-C506-358D-7F3A2B50909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D3AF3BA5-73EE-D50D-BF9C-9C1446B971A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8FD6B84A-6CC3-72DC-1301-979FA3619A5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06855035-4BD0-2106-A140-3E65735FFF6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16">
              <a:extLst>
                <a:ext uri="{FF2B5EF4-FFF2-40B4-BE49-F238E27FC236}">
                  <a16:creationId xmlns:a16="http://schemas.microsoft.com/office/drawing/2014/main" id="{1E9CD821-9BDD-6690-4FE2-7BC52EF4920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17">
              <a:extLst>
                <a:ext uri="{FF2B5EF4-FFF2-40B4-BE49-F238E27FC236}">
                  <a16:creationId xmlns:a16="http://schemas.microsoft.com/office/drawing/2014/main" id="{963FB983-8A80-2594-EF22-9878CB5DF4B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18">
              <a:extLst>
                <a:ext uri="{FF2B5EF4-FFF2-40B4-BE49-F238E27FC236}">
                  <a16:creationId xmlns:a16="http://schemas.microsoft.com/office/drawing/2014/main" id="{0EA3A062-DA07-E5D7-FF65-CF07B35CAA1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19">
              <a:extLst>
                <a:ext uri="{FF2B5EF4-FFF2-40B4-BE49-F238E27FC236}">
                  <a16:creationId xmlns:a16="http://schemas.microsoft.com/office/drawing/2014/main" id="{C6477813-D615-DF19-4A21-DB5FAA81AC0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0">
              <a:extLst>
                <a:ext uri="{FF2B5EF4-FFF2-40B4-BE49-F238E27FC236}">
                  <a16:creationId xmlns:a16="http://schemas.microsoft.com/office/drawing/2014/main" id="{0923692F-3D2C-AF99-DAF4-C86D74742BF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1">
              <a:extLst>
                <a:ext uri="{FF2B5EF4-FFF2-40B4-BE49-F238E27FC236}">
                  <a16:creationId xmlns:a16="http://schemas.microsoft.com/office/drawing/2014/main" id="{01A6DE30-21CD-2938-C970-65199297066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22">
              <a:extLst>
                <a:ext uri="{FF2B5EF4-FFF2-40B4-BE49-F238E27FC236}">
                  <a16:creationId xmlns:a16="http://schemas.microsoft.com/office/drawing/2014/main" id="{F1731203-7F2A-61B3-8DE9-8D5A3F00E68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3">
              <a:extLst>
                <a:ext uri="{FF2B5EF4-FFF2-40B4-BE49-F238E27FC236}">
                  <a16:creationId xmlns:a16="http://schemas.microsoft.com/office/drawing/2014/main" id="{8E44528A-F110-57F7-3E90-5AB5E1A5F4F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4">
              <a:extLst>
                <a:ext uri="{FF2B5EF4-FFF2-40B4-BE49-F238E27FC236}">
                  <a16:creationId xmlns:a16="http://schemas.microsoft.com/office/drawing/2014/main" id="{4A9D8F72-4761-0FFB-395F-76D91A38CA8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5">
              <a:extLst>
                <a:ext uri="{FF2B5EF4-FFF2-40B4-BE49-F238E27FC236}">
                  <a16:creationId xmlns:a16="http://schemas.microsoft.com/office/drawing/2014/main" id="{0D22E4C9-90D0-3B5C-0755-5DAC76CEC58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6">
              <a:extLst>
                <a:ext uri="{FF2B5EF4-FFF2-40B4-BE49-F238E27FC236}">
                  <a16:creationId xmlns:a16="http://schemas.microsoft.com/office/drawing/2014/main" id="{66E5988B-CA20-84D2-CD68-259CD1C80F9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7">
              <a:extLst>
                <a:ext uri="{FF2B5EF4-FFF2-40B4-BE49-F238E27FC236}">
                  <a16:creationId xmlns:a16="http://schemas.microsoft.com/office/drawing/2014/main" id="{D4282360-8A90-7054-BDBD-5E6836DD1CE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8">
              <a:extLst>
                <a:ext uri="{FF2B5EF4-FFF2-40B4-BE49-F238E27FC236}">
                  <a16:creationId xmlns:a16="http://schemas.microsoft.com/office/drawing/2014/main" id="{1B776756-7D46-AA7B-B0EA-911EC99D06D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9">
              <a:extLst>
                <a:ext uri="{FF2B5EF4-FFF2-40B4-BE49-F238E27FC236}">
                  <a16:creationId xmlns:a16="http://schemas.microsoft.com/office/drawing/2014/main" id="{D1EC9A03-8370-7E2F-3CA7-9E4FEC9857F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108673687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losing slide_imag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DB2E5CF3-C5FB-A6B3-03AE-C3D0CAE5679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07987" y="1484312"/>
            <a:ext cx="3600451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28.06.26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pic>
        <p:nvPicPr>
          <p:cNvPr id="22" name="Grafik 15">
            <a:extLst>
              <a:ext uri="{FF2B5EF4-FFF2-40B4-BE49-F238E27FC236}">
                <a16:creationId xmlns:a16="http://schemas.microsoft.com/office/drawing/2014/main" id="{B6468952-CF4F-798C-A2F4-C7F5AA9E7E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4692" y="1371870"/>
            <a:ext cx="5776048" cy="5204824"/>
          </a:xfrm>
          <a:prstGeom prst="rect">
            <a:avLst/>
          </a:prstGeom>
        </p:spPr>
      </p:pic>
      <p:sp>
        <p:nvSpPr>
          <p:cNvPr id="23" name="Picture Placeholder 24">
            <a:extLst>
              <a:ext uri="{FF2B5EF4-FFF2-40B4-BE49-F238E27FC236}">
                <a16:creationId xmlns:a16="http://schemas.microsoft.com/office/drawing/2014/main" id="{A09BCFC0-0F84-34A0-AD8B-6321349C9D9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127869" y="1569050"/>
            <a:ext cx="5389694" cy="3031703"/>
          </a:xfrm>
          <a:custGeom>
            <a:avLst/>
            <a:gdLst>
              <a:gd name="connsiteX0" fmla="*/ 0 w 5389694"/>
              <a:gd name="connsiteY0" fmla="*/ 0 h 3031703"/>
              <a:gd name="connsiteX1" fmla="*/ 5389694 w 5389694"/>
              <a:gd name="connsiteY1" fmla="*/ 0 h 3031703"/>
              <a:gd name="connsiteX2" fmla="*/ 5389694 w 5389694"/>
              <a:gd name="connsiteY2" fmla="*/ 3031703 h 3031703"/>
              <a:gd name="connsiteX3" fmla="*/ 1352550 w 5389694"/>
              <a:gd name="connsiteY3" fmla="*/ 3031703 h 3031703"/>
              <a:gd name="connsiteX4" fmla="*/ 303411 w 5389694"/>
              <a:gd name="connsiteY4" fmla="*/ 3031703 h 3031703"/>
              <a:gd name="connsiteX5" fmla="*/ 303411 w 5389694"/>
              <a:gd name="connsiteY5" fmla="*/ 2452577 h 3031703"/>
              <a:gd name="connsiteX6" fmla="*/ 305990 w 5389694"/>
              <a:gd name="connsiteY6" fmla="*/ 2452577 h 3031703"/>
              <a:gd name="connsiteX7" fmla="*/ 313728 w 5389694"/>
              <a:gd name="connsiteY7" fmla="*/ 2447419 h 3031703"/>
              <a:gd name="connsiteX8" fmla="*/ 313728 w 5389694"/>
              <a:gd name="connsiteY8" fmla="*/ 2073418 h 3031703"/>
              <a:gd name="connsiteX9" fmla="*/ 305990 w 5389694"/>
              <a:gd name="connsiteY9" fmla="*/ 2068259 h 3031703"/>
              <a:gd name="connsiteX10" fmla="*/ 303411 w 5389694"/>
              <a:gd name="connsiteY10" fmla="*/ 2068259 h 3031703"/>
              <a:gd name="connsiteX11" fmla="*/ 303411 w 5389694"/>
              <a:gd name="connsiteY11" fmla="*/ 1511128 h 3031703"/>
              <a:gd name="connsiteX12" fmla="*/ 226032 w 5389694"/>
              <a:gd name="connsiteY12" fmla="*/ 1315100 h 3031703"/>
              <a:gd name="connsiteX13" fmla="*/ 37742 w 5389694"/>
              <a:gd name="connsiteY13" fmla="*/ 1245458 h 3031703"/>
              <a:gd name="connsiteX14" fmla="*/ 0 w 5389694"/>
              <a:gd name="connsiteY14" fmla="*/ 1245458 h 3031703"/>
              <a:gd name="connsiteX15" fmla="*/ 0 w 5389694"/>
              <a:gd name="connsiteY15" fmla="*/ 1056853 h 3031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389694" h="3031703">
                <a:moveTo>
                  <a:pt x="0" y="0"/>
                </a:moveTo>
                <a:lnTo>
                  <a:pt x="5389694" y="0"/>
                </a:lnTo>
                <a:lnTo>
                  <a:pt x="5389694" y="3031703"/>
                </a:lnTo>
                <a:lnTo>
                  <a:pt x="1352550" y="3031703"/>
                </a:lnTo>
                <a:lnTo>
                  <a:pt x="303411" y="3031703"/>
                </a:lnTo>
                <a:lnTo>
                  <a:pt x="303411" y="2452577"/>
                </a:lnTo>
                <a:lnTo>
                  <a:pt x="305990" y="2452577"/>
                </a:lnTo>
                <a:lnTo>
                  <a:pt x="313728" y="2447419"/>
                </a:lnTo>
                <a:lnTo>
                  <a:pt x="313728" y="2073418"/>
                </a:lnTo>
                <a:lnTo>
                  <a:pt x="305990" y="2068259"/>
                </a:lnTo>
                <a:lnTo>
                  <a:pt x="303411" y="2068259"/>
                </a:lnTo>
                <a:lnTo>
                  <a:pt x="303411" y="1511128"/>
                </a:lnTo>
                <a:cubicBezTo>
                  <a:pt x="303411" y="1511128"/>
                  <a:pt x="302336" y="1385924"/>
                  <a:pt x="226032" y="1315100"/>
                </a:cubicBezTo>
                <a:cubicBezTo>
                  <a:pt x="150909" y="1245351"/>
                  <a:pt x="37742" y="1245458"/>
                  <a:pt x="37742" y="1245458"/>
                </a:cubicBezTo>
                <a:lnTo>
                  <a:pt x="0" y="1245458"/>
                </a:lnTo>
                <a:lnTo>
                  <a:pt x="0" y="1056853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bIns="720000" anchor="ctr">
            <a:noAutofit/>
          </a:bodyPr>
          <a:lstStyle>
            <a:lvl1pPr marL="0" indent="0" algn="ctr">
              <a:buNone/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Picture 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C9BD4D2-4E2A-A0AF-6AAC-022038E51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1759" y="2754636"/>
            <a:ext cx="2620583" cy="4124324"/>
          </a:xfrm>
          <a:prstGeom prst="rect">
            <a:avLst/>
          </a:prstGeom>
        </p:spPr>
      </p:pic>
      <p:sp>
        <p:nvSpPr>
          <p:cNvPr id="25" name="Picture Placeholder 14">
            <a:extLst>
              <a:ext uri="{FF2B5EF4-FFF2-40B4-BE49-F238E27FC236}">
                <a16:creationId xmlns:a16="http://schemas.microsoft.com/office/drawing/2014/main" id="{840AC07D-7406-F2AA-3F03-C74E178895EC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4760119" y="2900918"/>
            <a:ext cx="1578769" cy="3404161"/>
          </a:xfrm>
          <a:custGeom>
            <a:avLst/>
            <a:gdLst>
              <a:gd name="connsiteX0" fmla="*/ 219387 w 2231231"/>
              <a:gd name="connsiteY0" fmla="*/ 40 h 4833612"/>
              <a:gd name="connsiteX1" fmla="*/ 223489 w 2231231"/>
              <a:gd name="connsiteY1" fmla="*/ 207 h 4833612"/>
              <a:gd name="connsiteX2" fmla="*/ 520254 w 2231231"/>
              <a:gd name="connsiteY2" fmla="*/ 207 h 4833612"/>
              <a:gd name="connsiteX3" fmla="*/ 545900 w 2231231"/>
              <a:gd name="connsiteY3" fmla="*/ 11198 h 4833612"/>
              <a:gd name="connsiteX4" fmla="*/ 553228 w 2231231"/>
              <a:gd name="connsiteY4" fmla="*/ 29517 h 4833612"/>
              <a:gd name="connsiteX5" fmla="*/ 553228 w 2231231"/>
              <a:gd name="connsiteY5" fmla="*/ 58827 h 4833612"/>
              <a:gd name="connsiteX6" fmla="*/ 589866 w 2231231"/>
              <a:gd name="connsiteY6" fmla="*/ 128439 h 4833612"/>
              <a:gd name="connsiteX7" fmla="*/ 659477 w 2231231"/>
              <a:gd name="connsiteY7" fmla="*/ 161412 h 4833612"/>
              <a:gd name="connsiteX8" fmla="*/ 1571754 w 2231231"/>
              <a:gd name="connsiteY8" fmla="*/ 161412 h 4833612"/>
              <a:gd name="connsiteX9" fmla="*/ 1637702 w 2231231"/>
              <a:gd name="connsiteY9" fmla="*/ 121111 h 4833612"/>
              <a:gd name="connsiteX10" fmla="*/ 1667012 w 2231231"/>
              <a:gd name="connsiteY10" fmla="*/ 25853 h 4833612"/>
              <a:gd name="connsiteX11" fmla="*/ 1678003 w 2231231"/>
              <a:gd name="connsiteY11" fmla="*/ 7534 h 4833612"/>
              <a:gd name="connsiteX12" fmla="*/ 1699986 w 2231231"/>
              <a:gd name="connsiteY12" fmla="*/ 207 h 4833612"/>
              <a:gd name="connsiteX13" fmla="*/ 1985759 w 2231231"/>
              <a:gd name="connsiteY13" fmla="*/ 207 h 4833612"/>
              <a:gd name="connsiteX14" fmla="*/ 2168947 w 2231231"/>
              <a:gd name="connsiteY14" fmla="*/ 69818 h 4833612"/>
              <a:gd name="connsiteX15" fmla="*/ 2231231 w 2231231"/>
              <a:gd name="connsiteY15" fmla="*/ 227360 h 4833612"/>
              <a:gd name="connsiteX16" fmla="*/ 2231231 w 2231231"/>
              <a:gd name="connsiteY16" fmla="*/ 4612883 h 4833612"/>
              <a:gd name="connsiteX17" fmla="*/ 2183602 w 2231231"/>
              <a:gd name="connsiteY17" fmla="*/ 4759434 h 4833612"/>
              <a:gd name="connsiteX18" fmla="*/ 2044379 w 2231231"/>
              <a:gd name="connsiteY18" fmla="*/ 4832709 h 4833612"/>
              <a:gd name="connsiteX19" fmla="*/ 1674339 w 2231231"/>
              <a:gd name="connsiteY19" fmla="*/ 4832709 h 4833612"/>
              <a:gd name="connsiteX20" fmla="*/ 227153 w 2231231"/>
              <a:gd name="connsiteY20" fmla="*/ 4832709 h 4833612"/>
              <a:gd name="connsiteX21" fmla="*/ 51293 w 2231231"/>
              <a:gd name="connsiteY21" fmla="*/ 4766761 h 4833612"/>
              <a:gd name="connsiteX22" fmla="*/ 0 w 2231231"/>
              <a:gd name="connsiteY22" fmla="*/ 4612883 h 4833612"/>
              <a:gd name="connsiteX23" fmla="*/ 0 w 2231231"/>
              <a:gd name="connsiteY23" fmla="*/ 209041 h 4833612"/>
              <a:gd name="connsiteX24" fmla="*/ 65948 w 2231231"/>
              <a:gd name="connsiteY24" fmla="*/ 58827 h 4833612"/>
              <a:gd name="connsiteX25" fmla="*/ 219387 w 2231231"/>
              <a:gd name="connsiteY25" fmla="*/ 40 h 4833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231231" h="4833612">
                <a:moveTo>
                  <a:pt x="219387" y="40"/>
                </a:moveTo>
                <a:cubicBezTo>
                  <a:pt x="222044" y="100"/>
                  <a:pt x="223489" y="207"/>
                  <a:pt x="223489" y="207"/>
                </a:cubicBezTo>
                <a:lnTo>
                  <a:pt x="520254" y="207"/>
                </a:lnTo>
                <a:cubicBezTo>
                  <a:pt x="520254" y="207"/>
                  <a:pt x="532925" y="-1777"/>
                  <a:pt x="545900" y="11198"/>
                </a:cubicBezTo>
                <a:cubicBezTo>
                  <a:pt x="553228" y="18526"/>
                  <a:pt x="553228" y="29517"/>
                  <a:pt x="553228" y="29517"/>
                </a:cubicBezTo>
                <a:lnTo>
                  <a:pt x="553228" y="58827"/>
                </a:lnTo>
                <a:cubicBezTo>
                  <a:pt x="553228" y="58827"/>
                  <a:pt x="559487" y="102029"/>
                  <a:pt x="589866" y="128439"/>
                </a:cubicBezTo>
                <a:cubicBezTo>
                  <a:pt x="625893" y="159733"/>
                  <a:pt x="659477" y="161412"/>
                  <a:pt x="659477" y="161412"/>
                </a:cubicBezTo>
                <a:lnTo>
                  <a:pt x="1571754" y="161412"/>
                </a:lnTo>
                <a:cubicBezTo>
                  <a:pt x="1571754" y="161412"/>
                  <a:pt x="1610071" y="156069"/>
                  <a:pt x="1637702" y="121111"/>
                </a:cubicBezTo>
                <a:cubicBezTo>
                  <a:pt x="1668691" y="82031"/>
                  <a:pt x="1667012" y="25853"/>
                  <a:pt x="1667012" y="25853"/>
                </a:cubicBezTo>
                <a:cubicBezTo>
                  <a:pt x="1667012" y="25853"/>
                  <a:pt x="1670523" y="14251"/>
                  <a:pt x="1678003" y="7534"/>
                </a:cubicBezTo>
                <a:cubicBezTo>
                  <a:pt x="1687315" y="-710"/>
                  <a:pt x="1699986" y="207"/>
                  <a:pt x="1699986" y="207"/>
                </a:cubicBezTo>
                <a:lnTo>
                  <a:pt x="1985759" y="207"/>
                </a:lnTo>
                <a:cubicBezTo>
                  <a:pt x="1985759" y="207"/>
                  <a:pt x="2103458" y="-1014"/>
                  <a:pt x="2168947" y="69818"/>
                </a:cubicBezTo>
                <a:cubicBezTo>
                  <a:pt x="2231231" y="137292"/>
                  <a:pt x="2231231" y="227360"/>
                  <a:pt x="2231231" y="227360"/>
                </a:cubicBezTo>
                <a:lnTo>
                  <a:pt x="2231231" y="4612883"/>
                </a:lnTo>
                <a:cubicBezTo>
                  <a:pt x="2231231" y="4612883"/>
                  <a:pt x="2228484" y="4699286"/>
                  <a:pt x="2183602" y="4759434"/>
                </a:cubicBezTo>
                <a:cubicBezTo>
                  <a:pt x="2128341" y="4833472"/>
                  <a:pt x="2044379" y="4832709"/>
                  <a:pt x="2044379" y="4832709"/>
                </a:cubicBezTo>
                <a:lnTo>
                  <a:pt x="1674339" y="4832709"/>
                </a:lnTo>
                <a:lnTo>
                  <a:pt x="227153" y="4832709"/>
                </a:lnTo>
                <a:cubicBezTo>
                  <a:pt x="227153" y="4832709"/>
                  <a:pt x="125789" y="4846449"/>
                  <a:pt x="51293" y="4766761"/>
                </a:cubicBezTo>
                <a:cubicBezTo>
                  <a:pt x="3359" y="4715469"/>
                  <a:pt x="0" y="4612883"/>
                  <a:pt x="0" y="4612883"/>
                </a:cubicBezTo>
                <a:lnTo>
                  <a:pt x="0" y="209041"/>
                </a:lnTo>
                <a:cubicBezTo>
                  <a:pt x="0" y="209041"/>
                  <a:pt x="4581" y="120653"/>
                  <a:pt x="65948" y="58827"/>
                </a:cubicBezTo>
                <a:cubicBezTo>
                  <a:pt x="122851" y="1524"/>
                  <a:pt x="200791" y="-380"/>
                  <a:pt x="219387" y="4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bIns="720000" anchor="ctr">
            <a:noAutofit/>
          </a:bodyPr>
          <a:lstStyle>
            <a:lvl1pPr marL="0" indent="0" algn="ctr">
              <a:buNone/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 Picture </a:t>
            </a:r>
          </a:p>
        </p:txBody>
      </p:sp>
    </p:spTree>
    <p:extLst>
      <p:ext uri="{BB962C8B-B14F-4D97-AF65-F5344CB8AC3E}">
        <p14:creationId xmlns:p14="http://schemas.microsoft.com/office/powerpoint/2010/main" val="223887531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losing slide_imag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C345C877-2568-87D3-2D8B-FBC6D5CB099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713389" y="1679108"/>
            <a:ext cx="6786211" cy="4227657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28.06.26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pic>
        <p:nvPicPr>
          <p:cNvPr id="3" name="Grafik 10">
            <a:extLst>
              <a:ext uri="{FF2B5EF4-FFF2-40B4-BE49-F238E27FC236}">
                <a16:creationId xmlns:a16="http://schemas.microsoft.com/office/drawing/2014/main" id="{2C23C0E6-B618-84B9-BAA9-C63536B08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17436" y="951235"/>
            <a:ext cx="9757128" cy="5600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78677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Closing slid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C345C877-2568-87D3-2D8B-FBC6D5CB099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713389" y="1679108"/>
            <a:ext cx="6786211" cy="4227657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28.06.26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pic>
        <p:nvPicPr>
          <p:cNvPr id="3" name="Grafik 10">
            <a:extLst>
              <a:ext uri="{FF2B5EF4-FFF2-40B4-BE49-F238E27FC236}">
                <a16:creationId xmlns:a16="http://schemas.microsoft.com/office/drawing/2014/main" id="{2C23C0E6-B618-84B9-BAA9-C63536B08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17436" y="951235"/>
            <a:ext cx="9757128" cy="5600592"/>
          </a:xfrm>
          <a:prstGeom prst="rect">
            <a:avLst/>
          </a:prstGeom>
        </p:spPr>
      </p:pic>
      <p:grpSp>
        <p:nvGrpSpPr>
          <p:cNvPr id="8" name="Gruppieren 14">
            <a:extLst>
              <a:ext uri="{FF2B5EF4-FFF2-40B4-BE49-F238E27FC236}">
                <a16:creationId xmlns:a16="http://schemas.microsoft.com/office/drawing/2014/main" id="{D006779B-92AC-B4F2-9F07-D570A80AE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7F487BCE-DAEE-F788-7162-7682761E0B4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98ADAD1-BFDA-0F95-4F3D-938FD173E0FC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6441F81-48CD-1968-A77A-5621902B75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648405BD-7955-4A2E-0952-8745D5E8F4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568FC722-D8E1-EA84-1F34-5ED0485A9FC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CA560CBA-BE1E-51B9-121D-381907EBF6D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CE5A8107-0567-DD8F-3623-8D90E2674A2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1E4F04DA-3DA0-AEA9-4643-CED9EF71EDA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BAB50DBE-1833-A8B3-59F8-C85EF80C5A9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2B95C408-C5B1-7955-FB78-A676817E74E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9FAD9469-0D40-C554-EB6A-E6A682A2533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1580AB6D-12E7-7A23-85D0-13A13632368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D3771191-EDBB-585F-4C2E-9157729D67E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E55F9022-82AB-0475-3529-B44D602C068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29FE8F57-BEEB-2A6F-108E-D03A490C637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B247DAEE-24F5-C9C5-6761-7B60AC32C8F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ED3A6803-99BE-3361-0994-3AA14873408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1ACC6B36-0AD9-B313-32B5-F39DC32FA8A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EB652A63-4066-7C7B-4D41-84F6C449560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6">
              <a:extLst>
                <a:ext uri="{FF2B5EF4-FFF2-40B4-BE49-F238E27FC236}">
                  <a16:creationId xmlns:a16="http://schemas.microsoft.com/office/drawing/2014/main" id="{0BF3A9A7-6FD2-B74A-8BB4-BD945E6142A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7">
              <a:extLst>
                <a:ext uri="{FF2B5EF4-FFF2-40B4-BE49-F238E27FC236}">
                  <a16:creationId xmlns:a16="http://schemas.microsoft.com/office/drawing/2014/main" id="{8CFC7F1C-5CEB-5A32-03B2-F2754D0B9FF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8">
              <a:extLst>
                <a:ext uri="{FF2B5EF4-FFF2-40B4-BE49-F238E27FC236}">
                  <a16:creationId xmlns:a16="http://schemas.microsoft.com/office/drawing/2014/main" id="{FF9D754D-48E3-7848-E039-3B07722FAC4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9">
              <a:extLst>
                <a:ext uri="{FF2B5EF4-FFF2-40B4-BE49-F238E27FC236}">
                  <a16:creationId xmlns:a16="http://schemas.microsoft.com/office/drawing/2014/main" id="{F7DA52A5-C1D4-99FB-D5FE-50C36941465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386898340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Closing slid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2" name="Textplatzhalter 52">
            <a:extLst>
              <a:ext uri="{FF2B5EF4-FFF2-40B4-BE49-F238E27FC236}">
                <a16:creationId xmlns:a16="http://schemas.microsoft.com/office/drawing/2014/main" id="{C96548AD-0F47-BB41-3D99-9A87C760899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4342" y="1478883"/>
            <a:ext cx="1452558" cy="44846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tx1"/>
            </a:solidFill>
          </a:ln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600" cap="none" baseline="0">
                <a:solidFill>
                  <a:schemeClr val="tx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Lorem Ipsum</a:t>
            </a:r>
          </a:p>
        </p:txBody>
      </p:sp>
      <p:sp>
        <p:nvSpPr>
          <p:cNvPr id="64" name="Inhaltsplatzhalter 2">
            <a:extLst>
              <a:ext uri="{FF2B5EF4-FFF2-40B4-BE49-F238E27FC236}">
                <a16:creationId xmlns:a16="http://schemas.microsoft.com/office/drawing/2014/main" id="{A77F6D93-46E8-6437-B10F-8ED7513562EA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07988" y="2103683"/>
            <a:ext cx="2820988" cy="427806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28.06.26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pic>
        <p:nvPicPr>
          <p:cNvPr id="3" name="Grafik 10">
            <a:extLst>
              <a:ext uri="{FF2B5EF4-FFF2-40B4-BE49-F238E27FC236}">
                <a16:creationId xmlns:a16="http://schemas.microsoft.com/office/drawing/2014/main" id="{2C23C0E6-B618-84B9-BAA9-C63536B08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89061" y="951235"/>
            <a:ext cx="9757128" cy="5600592"/>
          </a:xfrm>
          <a:prstGeom prst="rect">
            <a:avLst/>
          </a:prstGeom>
        </p:spPr>
      </p:pic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C345C877-2568-87D3-2D8B-FBC6D5CB099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85014" y="1679108"/>
            <a:ext cx="6786211" cy="4227657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grpSp>
        <p:nvGrpSpPr>
          <p:cNvPr id="16" name="Gruppieren 14">
            <a:extLst>
              <a:ext uri="{FF2B5EF4-FFF2-40B4-BE49-F238E27FC236}">
                <a16:creationId xmlns:a16="http://schemas.microsoft.com/office/drawing/2014/main" id="{08497CAB-CFF1-EF16-E4FF-1B5390EC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49FFB16D-2E68-816E-361A-ADA054D5C94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6F0B5CA-613C-C387-8924-1256495668C6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B5E9809-AC81-DC91-3B5C-87C014B92292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4D03567B-82FA-AF09-FF74-BDE9DD8CD5A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5171C8A4-6E4B-D077-00D5-EA66AB1B4C6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12">
              <a:extLst>
                <a:ext uri="{FF2B5EF4-FFF2-40B4-BE49-F238E27FC236}">
                  <a16:creationId xmlns:a16="http://schemas.microsoft.com/office/drawing/2014/main" id="{1B8FAAF6-810A-0854-ED34-CDFA5710D95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13">
              <a:extLst>
                <a:ext uri="{FF2B5EF4-FFF2-40B4-BE49-F238E27FC236}">
                  <a16:creationId xmlns:a16="http://schemas.microsoft.com/office/drawing/2014/main" id="{47822449-A3F9-7119-4DA1-E834A516BF9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14">
              <a:extLst>
                <a:ext uri="{FF2B5EF4-FFF2-40B4-BE49-F238E27FC236}">
                  <a16:creationId xmlns:a16="http://schemas.microsoft.com/office/drawing/2014/main" id="{1FDF0F4F-650B-7AE8-E585-BB360018168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15">
              <a:extLst>
                <a:ext uri="{FF2B5EF4-FFF2-40B4-BE49-F238E27FC236}">
                  <a16:creationId xmlns:a16="http://schemas.microsoft.com/office/drawing/2014/main" id="{5EC0E63A-4D43-703F-A002-5CF560E2C2A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16">
              <a:extLst>
                <a:ext uri="{FF2B5EF4-FFF2-40B4-BE49-F238E27FC236}">
                  <a16:creationId xmlns:a16="http://schemas.microsoft.com/office/drawing/2014/main" id="{B50D5413-939C-D389-556E-3E959FC35D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17">
              <a:extLst>
                <a:ext uri="{FF2B5EF4-FFF2-40B4-BE49-F238E27FC236}">
                  <a16:creationId xmlns:a16="http://schemas.microsoft.com/office/drawing/2014/main" id="{24CE35BB-FEC2-0AF2-295F-3D621DEB6F8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18">
              <a:extLst>
                <a:ext uri="{FF2B5EF4-FFF2-40B4-BE49-F238E27FC236}">
                  <a16:creationId xmlns:a16="http://schemas.microsoft.com/office/drawing/2014/main" id="{0AC3FCA3-C383-C797-77C1-936461E7DA5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19">
              <a:extLst>
                <a:ext uri="{FF2B5EF4-FFF2-40B4-BE49-F238E27FC236}">
                  <a16:creationId xmlns:a16="http://schemas.microsoft.com/office/drawing/2014/main" id="{38F699E6-41E3-1F26-8C40-4DCCD8BE930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0">
              <a:extLst>
                <a:ext uri="{FF2B5EF4-FFF2-40B4-BE49-F238E27FC236}">
                  <a16:creationId xmlns:a16="http://schemas.microsoft.com/office/drawing/2014/main" id="{DF752111-4485-D1F9-53AB-01E2ACBECE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1">
              <a:extLst>
                <a:ext uri="{FF2B5EF4-FFF2-40B4-BE49-F238E27FC236}">
                  <a16:creationId xmlns:a16="http://schemas.microsoft.com/office/drawing/2014/main" id="{D99CC913-6425-4CF0-E77C-74709B91A41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22">
              <a:extLst>
                <a:ext uri="{FF2B5EF4-FFF2-40B4-BE49-F238E27FC236}">
                  <a16:creationId xmlns:a16="http://schemas.microsoft.com/office/drawing/2014/main" id="{A7E30CFA-7456-6712-91E9-EE3C963E6C7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3">
              <a:extLst>
                <a:ext uri="{FF2B5EF4-FFF2-40B4-BE49-F238E27FC236}">
                  <a16:creationId xmlns:a16="http://schemas.microsoft.com/office/drawing/2014/main" id="{B351B5A9-9DD1-73EC-E41A-049F0C0DF96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4">
              <a:extLst>
                <a:ext uri="{FF2B5EF4-FFF2-40B4-BE49-F238E27FC236}">
                  <a16:creationId xmlns:a16="http://schemas.microsoft.com/office/drawing/2014/main" id="{7005A2FC-D717-9DFF-AC9B-483BE5F60FE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5">
              <a:extLst>
                <a:ext uri="{FF2B5EF4-FFF2-40B4-BE49-F238E27FC236}">
                  <a16:creationId xmlns:a16="http://schemas.microsoft.com/office/drawing/2014/main" id="{DC9E8DE7-456A-149C-4B0C-AEC1BA04F04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6">
              <a:extLst>
                <a:ext uri="{FF2B5EF4-FFF2-40B4-BE49-F238E27FC236}">
                  <a16:creationId xmlns:a16="http://schemas.microsoft.com/office/drawing/2014/main" id="{3B3AD8D2-8939-0889-4B9C-41485556F48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7">
              <a:extLst>
                <a:ext uri="{FF2B5EF4-FFF2-40B4-BE49-F238E27FC236}">
                  <a16:creationId xmlns:a16="http://schemas.microsoft.com/office/drawing/2014/main" id="{23AC4259-8C79-8BBD-E3CD-E663E5C7CF3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8">
              <a:extLst>
                <a:ext uri="{FF2B5EF4-FFF2-40B4-BE49-F238E27FC236}">
                  <a16:creationId xmlns:a16="http://schemas.microsoft.com/office/drawing/2014/main" id="{7E70F20B-88EE-DF40-330A-769F8B10E53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9">
              <a:extLst>
                <a:ext uri="{FF2B5EF4-FFF2-40B4-BE49-F238E27FC236}">
                  <a16:creationId xmlns:a16="http://schemas.microsoft.com/office/drawing/2014/main" id="{14CF93D7-A5DE-1B84-3AEC-604396570E7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151476836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losing slide_imag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4" name="Textplatzhalter 52">
            <a:extLst>
              <a:ext uri="{FF2B5EF4-FFF2-40B4-BE49-F238E27FC236}">
                <a16:creationId xmlns:a16="http://schemas.microsoft.com/office/drawing/2014/main" id="{95609597-0148-6E4A-4B95-926F306676C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4342" y="1478883"/>
            <a:ext cx="1452558" cy="44846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600" cap="none" baseline="0">
                <a:solidFill>
                  <a:schemeClr val="tx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Lorem Ipsum</a:t>
            </a:r>
          </a:p>
        </p:txBody>
      </p: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D7109BBE-71F2-5BA0-0552-9B1E7BFE1ED4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07988" y="2103683"/>
            <a:ext cx="2820988" cy="427806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28.06.26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pic>
        <p:nvPicPr>
          <p:cNvPr id="3" name="Grafik 10">
            <a:extLst>
              <a:ext uri="{FF2B5EF4-FFF2-40B4-BE49-F238E27FC236}">
                <a16:creationId xmlns:a16="http://schemas.microsoft.com/office/drawing/2014/main" id="{2C23C0E6-B618-84B9-BAA9-C63536B08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89061" y="951235"/>
            <a:ext cx="9757128" cy="5600592"/>
          </a:xfrm>
          <a:prstGeom prst="rect">
            <a:avLst/>
          </a:prstGeom>
        </p:spPr>
      </p:pic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C345C877-2568-87D3-2D8B-FBC6D5CB099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85014" y="1679108"/>
            <a:ext cx="6786211" cy="4227657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8871168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2 contents white/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hteck 37">
            <a:extLst>
              <a:ext uri="{FF2B5EF4-FFF2-40B4-BE49-F238E27FC236}">
                <a16:creationId xmlns:a16="http://schemas.microsoft.com/office/drawing/2014/main" id="{C58FF99E-B033-1E9A-D9A0-7173F20D6E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5" name="Textplatzhalter 7">
            <a:extLst>
              <a:ext uri="{FF2B5EF4-FFF2-40B4-BE49-F238E27FC236}">
                <a16:creationId xmlns:a16="http://schemas.microsoft.com/office/drawing/2014/main" id="{908F0356-819C-075B-B59E-1B1D915246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219691"/>
            <a:ext cx="5399999" cy="153888"/>
          </a:xfrm>
        </p:spPr>
        <p:txBody>
          <a:bodyPr wrap="square"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5399999" cy="369332"/>
          </a:xfrm>
        </p:spPr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</a:lstStyle>
          <a:p>
            <a:fld id="{E64BB44E-8903-4313-BBED-09991CD8D6D8}" type="datetime1">
              <a:rPr lang="de-DE" smtClean="0"/>
              <a:t>28.06.26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18D4DFA3-BCD1-EDE9-50BD-608A9C333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grpSp>
        <p:nvGrpSpPr>
          <p:cNvPr id="6" name="Gruppieren 14">
            <a:extLst>
              <a:ext uri="{FF2B5EF4-FFF2-40B4-BE49-F238E27FC236}">
                <a16:creationId xmlns:a16="http://schemas.microsoft.com/office/drawing/2014/main" id="{F9BA5284-5EA8-1D2F-70DA-D49FAD913A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7CA0558D-F7C6-BE8A-D229-4B51AF72091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Rectangle 8">
              <a:extLst>
                <a:ext uri="{FF2B5EF4-FFF2-40B4-BE49-F238E27FC236}">
                  <a16:creationId xmlns:a16="http://schemas.microsoft.com/office/drawing/2014/main" id="{D1716B33-B073-4B6B-64CC-A73C6015B65A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Rectangle 9">
              <a:extLst>
                <a:ext uri="{FF2B5EF4-FFF2-40B4-BE49-F238E27FC236}">
                  <a16:creationId xmlns:a16="http://schemas.microsoft.com/office/drawing/2014/main" id="{B438069A-7F7B-4DAC-CD15-CCC27C332BEC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0">
              <a:extLst>
                <a:ext uri="{FF2B5EF4-FFF2-40B4-BE49-F238E27FC236}">
                  <a16:creationId xmlns:a16="http://schemas.microsoft.com/office/drawing/2014/main" id="{AC41980B-0A57-2FC8-8EC4-AEB64DAE383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1">
              <a:extLst>
                <a:ext uri="{FF2B5EF4-FFF2-40B4-BE49-F238E27FC236}">
                  <a16:creationId xmlns:a16="http://schemas.microsoft.com/office/drawing/2014/main" id="{708168E3-1E88-F88A-4B03-8F03A71F9A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2">
              <a:extLst>
                <a:ext uri="{FF2B5EF4-FFF2-40B4-BE49-F238E27FC236}">
                  <a16:creationId xmlns:a16="http://schemas.microsoft.com/office/drawing/2014/main" id="{296800DF-3A29-6377-40AE-0628B62527D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3">
              <a:extLst>
                <a:ext uri="{FF2B5EF4-FFF2-40B4-BE49-F238E27FC236}">
                  <a16:creationId xmlns:a16="http://schemas.microsoft.com/office/drawing/2014/main" id="{A43D4361-FD86-C134-84F5-E4943F064B7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4">
              <a:extLst>
                <a:ext uri="{FF2B5EF4-FFF2-40B4-BE49-F238E27FC236}">
                  <a16:creationId xmlns:a16="http://schemas.microsoft.com/office/drawing/2014/main" id="{9C4832E7-4291-3207-717C-F56CE7197CF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5">
              <a:extLst>
                <a:ext uri="{FF2B5EF4-FFF2-40B4-BE49-F238E27FC236}">
                  <a16:creationId xmlns:a16="http://schemas.microsoft.com/office/drawing/2014/main" id="{B6B12DBF-E0C7-EC98-F9A1-C1E47C168C4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6">
              <a:extLst>
                <a:ext uri="{FF2B5EF4-FFF2-40B4-BE49-F238E27FC236}">
                  <a16:creationId xmlns:a16="http://schemas.microsoft.com/office/drawing/2014/main" id="{64F1DDAD-7F17-BC6E-EFB4-24B6397370F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7">
              <a:extLst>
                <a:ext uri="{FF2B5EF4-FFF2-40B4-BE49-F238E27FC236}">
                  <a16:creationId xmlns:a16="http://schemas.microsoft.com/office/drawing/2014/main" id="{077D64B3-0BF3-38A6-32DD-4223F87B00B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8">
              <a:extLst>
                <a:ext uri="{FF2B5EF4-FFF2-40B4-BE49-F238E27FC236}">
                  <a16:creationId xmlns:a16="http://schemas.microsoft.com/office/drawing/2014/main" id="{E477F0F8-EAA9-A9D1-57CD-4987C6D52C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19">
              <a:extLst>
                <a:ext uri="{FF2B5EF4-FFF2-40B4-BE49-F238E27FC236}">
                  <a16:creationId xmlns:a16="http://schemas.microsoft.com/office/drawing/2014/main" id="{728A8FB3-B67C-A486-BD79-E5405D264D4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0">
              <a:extLst>
                <a:ext uri="{FF2B5EF4-FFF2-40B4-BE49-F238E27FC236}">
                  <a16:creationId xmlns:a16="http://schemas.microsoft.com/office/drawing/2014/main" id="{A2406392-8F8A-915F-FEF3-0BAFA50EDC3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1665D786-DD80-BAC3-C9A6-DC0A4FF12B6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17BBBCAB-68A5-3435-A7E5-30FA23B2069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3">
              <a:extLst>
                <a:ext uri="{FF2B5EF4-FFF2-40B4-BE49-F238E27FC236}">
                  <a16:creationId xmlns:a16="http://schemas.microsoft.com/office/drawing/2014/main" id="{FD4DF712-8836-4E7A-158E-F8EE4D6C971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4">
              <a:extLst>
                <a:ext uri="{FF2B5EF4-FFF2-40B4-BE49-F238E27FC236}">
                  <a16:creationId xmlns:a16="http://schemas.microsoft.com/office/drawing/2014/main" id="{171B297D-B6FA-8328-F24B-14EB3B689A3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5">
              <a:extLst>
                <a:ext uri="{FF2B5EF4-FFF2-40B4-BE49-F238E27FC236}">
                  <a16:creationId xmlns:a16="http://schemas.microsoft.com/office/drawing/2014/main" id="{06F20CE0-BCCB-240F-E857-C83AE13ACA2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6">
              <a:extLst>
                <a:ext uri="{FF2B5EF4-FFF2-40B4-BE49-F238E27FC236}">
                  <a16:creationId xmlns:a16="http://schemas.microsoft.com/office/drawing/2014/main" id="{74DCCC4B-A621-7D35-1092-D1F6D4E9ED0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7">
              <a:extLst>
                <a:ext uri="{FF2B5EF4-FFF2-40B4-BE49-F238E27FC236}">
                  <a16:creationId xmlns:a16="http://schemas.microsoft.com/office/drawing/2014/main" id="{5F74DD2C-5F9C-965C-DFF5-AA191DC16B7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8">
              <a:extLst>
                <a:ext uri="{FF2B5EF4-FFF2-40B4-BE49-F238E27FC236}">
                  <a16:creationId xmlns:a16="http://schemas.microsoft.com/office/drawing/2014/main" id="{2F5438F7-469A-9728-8B2F-754932E0DFB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9">
              <a:extLst>
                <a:ext uri="{FF2B5EF4-FFF2-40B4-BE49-F238E27FC236}">
                  <a16:creationId xmlns:a16="http://schemas.microsoft.com/office/drawing/2014/main" id="{74593DD3-BF43-1349-435D-BF65BBBE690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D72D5B7F-AB2E-CD66-8CCC-75CC7F8EB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38688" y="1692275"/>
            <a:ext cx="6643687" cy="4203700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sp>
        <p:nvSpPr>
          <p:cNvPr id="11" name="Textplatzhalter 52">
            <a:extLst>
              <a:ext uri="{FF2B5EF4-FFF2-40B4-BE49-F238E27FC236}">
                <a16:creationId xmlns:a16="http://schemas.microsoft.com/office/drawing/2014/main" id="{A68C9978-4064-0046-A21D-469BF315E35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4342" y="1478883"/>
            <a:ext cx="1452558" cy="4484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6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Lorem Ipsum</a:t>
            </a: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4A462A21-EDA7-03E1-07FD-60BFBFA7F8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07987" y="2103683"/>
            <a:ext cx="3600451" cy="1657105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pic>
        <p:nvPicPr>
          <p:cNvPr id="9" name="Grafik 10">
            <a:extLst>
              <a:ext uri="{FF2B5EF4-FFF2-40B4-BE49-F238E27FC236}">
                <a16:creationId xmlns:a16="http://schemas.microsoft.com/office/drawing/2014/main" id="{9C3F3E2D-C245-B677-4B04-B166C99B1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17818" y="1034241"/>
            <a:ext cx="9504595" cy="5455638"/>
          </a:xfrm>
          <a:prstGeom prst="rect">
            <a:avLst/>
          </a:prstGeom>
        </p:spPr>
      </p:pic>
      <p:sp>
        <p:nvSpPr>
          <p:cNvPr id="17" name="Textplatzhalter 52">
            <a:extLst>
              <a:ext uri="{FF2B5EF4-FFF2-40B4-BE49-F238E27FC236}">
                <a16:creationId xmlns:a16="http://schemas.microsoft.com/office/drawing/2014/main" id="{4BD40048-B801-DC55-8B94-A0531ACE790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14342" y="4100785"/>
            <a:ext cx="1452558" cy="4484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6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Lorem Ipsum</a:t>
            </a:r>
          </a:p>
        </p:txBody>
      </p:sp>
      <p:sp>
        <p:nvSpPr>
          <p:cNvPr id="25" name="Inhaltsplatzhalter 2">
            <a:extLst>
              <a:ext uri="{FF2B5EF4-FFF2-40B4-BE49-F238E27FC236}">
                <a16:creationId xmlns:a16="http://schemas.microsoft.com/office/drawing/2014/main" id="{9A85A1CE-87BA-E305-936B-FE86F6737D29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407987" y="4727851"/>
            <a:ext cx="3600451" cy="1657105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</p:spTree>
    <p:extLst>
      <p:ext uri="{BB962C8B-B14F-4D97-AF65-F5344CB8AC3E}">
        <p14:creationId xmlns:p14="http://schemas.microsoft.com/office/powerpoint/2010/main" val="119519207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4C2DF7-BC11-4E5D-E279-37ADDD194C42}"/>
              </a:ext>
            </a:extLst>
          </p:cNvPr>
          <p:cNvSpPr/>
          <p:nvPr userDrawn="1"/>
        </p:nvSpPr>
        <p:spPr bwMode="ltGray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3264FF"/>
              </a:gs>
              <a:gs pos="1000">
                <a:schemeClr val="accent1"/>
              </a:gs>
            </a:gsLst>
            <a:lin ang="81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5DD23DC4-FC0F-603C-EA8E-53B4D1C33AA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08000" y="1196976"/>
            <a:ext cx="7775563" cy="25923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80000"/>
              </a:lnSpc>
              <a:defRPr sz="8000">
                <a:solidFill>
                  <a:schemeClr val="bg1"/>
                </a:solidFill>
              </a:defRPr>
            </a:lvl1pPr>
          </a:lstStyle>
          <a:p>
            <a:pPr lvl="0"/>
            <a:endParaRPr lang="en-GB" noProof="0"/>
          </a:p>
        </p:txBody>
      </p:sp>
      <p:sp>
        <p:nvSpPr>
          <p:cNvPr id="10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06453" y="3789363"/>
            <a:ext cx="1203116" cy="40518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none" lIns="180000" tIns="36000" rIns="180000" bIns="3600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accent1"/>
                </a:solidFill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accent1"/>
                </a:solidFill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accent1"/>
                </a:solidFill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accent1"/>
                </a:solidFill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accent1"/>
                </a:solidFill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accent1"/>
                </a:solidFill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accent1"/>
                </a:solidFill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267"/>
              </a:spcAft>
              <a:buNone/>
              <a:defRPr sz="2100" b="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267"/>
              </a:spcAft>
              <a:buNone/>
              <a:defRPr sz="21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Category</a:t>
            </a:r>
          </a:p>
        </p:txBody>
      </p:sp>
    </p:spTree>
    <p:extLst>
      <p:ext uri="{BB962C8B-B14F-4D97-AF65-F5344CB8AC3E}">
        <p14:creationId xmlns:p14="http://schemas.microsoft.com/office/powerpoint/2010/main" val="1256594465"/>
      </p:ext>
    </p:extLst>
  </p:cSld>
  <p:clrMapOvr>
    <a:masterClrMapping/>
  </p:clrMapOvr>
  <p:hf sldNum="0" hdr="0" ft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p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D69DEAA2-84A5-A962-B200-D1804A3051A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055611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69DEAA2-84A5-A962-B200-D1804A3051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144C2DF7-BC11-4E5D-E279-37ADDD194C42}"/>
              </a:ext>
            </a:extLst>
          </p:cNvPr>
          <p:cNvSpPr/>
          <p:nvPr userDrawn="1"/>
        </p:nvSpPr>
        <p:spPr bwMode="ltGray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3264FF"/>
              </a:gs>
              <a:gs pos="1000">
                <a:schemeClr val="accent1"/>
              </a:gs>
            </a:gsLst>
            <a:lin ang="81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B78A3AA6-03FD-99B6-C0B5-0AC0E700AD11}"/>
              </a:ext>
            </a:extLst>
          </p:cNvPr>
          <p:cNvGrpSpPr/>
          <p:nvPr userDrawn="1"/>
        </p:nvGrpSpPr>
        <p:grpSpPr>
          <a:xfrm>
            <a:off x="302079" y="0"/>
            <a:ext cx="11587842" cy="6854780"/>
            <a:chOff x="2376487" y="1228725"/>
            <a:chExt cx="7439025" cy="4400550"/>
          </a:xfrm>
        </p:grpSpPr>
        <p:sp>
          <p:nvSpPr>
            <p:cNvPr id="5" name="Freihandform: Form 4">
              <a:extLst>
                <a:ext uri="{FF2B5EF4-FFF2-40B4-BE49-F238E27FC236}">
                  <a16:creationId xmlns:a16="http://schemas.microsoft.com/office/drawing/2014/main" id="{E31297BA-1405-833A-5D25-BA40EA7E8E45}"/>
                </a:ext>
              </a:extLst>
            </p:cNvPr>
            <p:cNvSpPr/>
            <p:nvPr/>
          </p:nvSpPr>
          <p:spPr>
            <a:xfrm>
              <a:off x="2376487" y="1228725"/>
              <a:ext cx="2562225" cy="4400550"/>
            </a:xfrm>
            <a:custGeom>
              <a:avLst/>
              <a:gdLst>
                <a:gd name="connsiteX0" fmla="*/ 0 w 2562225"/>
                <a:gd name="connsiteY0" fmla="*/ 4400550 h 4400550"/>
                <a:gd name="connsiteX1" fmla="*/ 1066800 w 2562225"/>
                <a:gd name="connsiteY1" fmla="*/ 4400550 h 4400550"/>
                <a:gd name="connsiteX2" fmla="*/ 2562225 w 2562225"/>
                <a:gd name="connsiteY2" fmla="*/ 2200275 h 4400550"/>
                <a:gd name="connsiteX3" fmla="*/ 1066800 w 2562225"/>
                <a:gd name="connsiteY3" fmla="*/ 0 h 4400550"/>
                <a:gd name="connsiteX4" fmla="*/ 0 w 2562225"/>
                <a:gd name="connsiteY4" fmla="*/ 0 h 4400550"/>
                <a:gd name="connsiteX5" fmla="*/ 1343025 w 2562225"/>
                <a:gd name="connsiteY5" fmla="*/ 2200275 h 4400550"/>
                <a:gd name="connsiteX6" fmla="*/ 0 w 2562225"/>
                <a:gd name="connsiteY6" fmla="*/ 4400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225" h="4400550">
                  <a:moveTo>
                    <a:pt x="0" y="4400550"/>
                  </a:moveTo>
                  <a:lnTo>
                    <a:pt x="1066800" y="4400550"/>
                  </a:lnTo>
                  <a:lnTo>
                    <a:pt x="2562225" y="22002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1343025" y="2200275"/>
                  </a:lnTo>
                  <a:lnTo>
                    <a:pt x="0" y="440055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lnSpc>
                  <a:spcPct val="80000"/>
                </a:lnSpc>
              </a:pPr>
              <a:endParaRPr lang="de-DE" sz="1400" b="1">
                <a:solidFill>
                  <a:schemeClr val="bg1"/>
                </a:solidFill>
              </a:endParaRPr>
            </a:p>
          </p:txBody>
        </p:sp>
        <p:sp>
          <p:nvSpPr>
            <p:cNvPr id="6" name="Freihandform: Form 5">
              <a:extLst>
                <a:ext uri="{FF2B5EF4-FFF2-40B4-BE49-F238E27FC236}">
                  <a16:creationId xmlns:a16="http://schemas.microsoft.com/office/drawing/2014/main" id="{BDD964B3-A405-A826-8FCA-E3BAADBA3781}"/>
                </a:ext>
              </a:extLst>
            </p:cNvPr>
            <p:cNvSpPr/>
            <p:nvPr/>
          </p:nvSpPr>
          <p:spPr>
            <a:xfrm>
              <a:off x="4814887" y="1228725"/>
              <a:ext cx="2562225" cy="4400550"/>
            </a:xfrm>
            <a:custGeom>
              <a:avLst/>
              <a:gdLst>
                <a:gd name="connsiteX0" fmla="*/ 0 w 2562225"/>
                <a:gd name="connsiteY0" fmla="*/ 4400550 h 4400550"/>
                <a:gd name="connsiteX1" fmla="*/ 1066800 w 2562225"/>
                <a:gd name="connsiteY1" fmla="*/ 4400550 h 4400550"/>
                <a:gd name="connsiteX2" fmla="*/ 2562225 w 2562225"/>
                <a:gd name="connsiteY2" fmla="*/ 2200275 h 4400550"/>
                <a:gd name="connsiteX3" fmla="*/ 1066800 w 2562225"/>
                <a:gd name="connsiteY3" fmla="*/ 0 h 4400550"/>
                <a:gd name="connsiteX4" fmla="*/ 0 w 2562225"/>
                <a:gd name="connsiteY4" fmla="*/ 0 h 4400550"/>
                <a:gd name="connsiteX5" fmla="*/ 1343025 w 2562225"/>
                <a:gd name="connsiteY5" fmla="*/ 2200275 h 4400550"/>
                <a:gd name="connsiteX6" fmla="*/ 0 w 2562225"/>
                <a:gd name="connsiteY6" fmla="*/ 4400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225" h="4400550">
                  <a:moveTo>
                    <a:pt x="0" y="4400550"/>
                  </a:moveTo>
                  <a:lnTo>
                    <a:pt x="1066800" y="4400550"/>
                  </a:lnTo>
                  <a:lnTo>
                    <a:pt x="2562225" y="22002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1343025" y="2200275"/>
                  </a:lnTo>
                  <a:lnTo>
                    <a:pt x="0" y="440055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lnSpc>
                  <a:spcPct val="80000"/>
                </a:lnSpc>
              </a:pPr>
              <a:endParaRPr lang="de-DE" sz="1400" b="1">
                <a:solidFill>
                  <a:schemeClr val="bg1"/>
                </a:solidFill>
              </a:endParaRPr>
            </a:p>
          </p:txBody>
        </p:sp>
        <p:sp>
          <p:nvSpPr>
            <p:cNvPr id="7" name="Freihandform: Form 6">
              <a:extLst>
                <a:ext uri="{FF2B5EF4-FFF2-40B4-BE49-F238E27FC236}">
                  <a16:creationId xmlns:a16="http://schemas.microsoft.com/office/drawing/2014/main" id="{F287509B-AFFE-DF48-CBCE-C20B1AC7CF63}"/>
                </a:ext>
              </a:extLst>
            </p:cNvPr>
            <p:cNvSpPr/>
            <p:nvPr/>
          </p:nvSpPr>
          <p:spPr>
            <a:xfrm>
              <a:off x="7253287" y="1228725"/>
              <a:ext cx="2562225" cy="4400550"/>
            </a:xfrm>
            <a:custGeom>
              <a:avLst/>
              <a:gdLst>
                <a:gd name="connsiteX0" fmla="*/ 0 w 2562225"/>
                <a:gd name="connsiteY0" fmla="*/ 4400550 h 4400550"/>
                <a:gd name="connsiteX1" fmla="*/ 1066800 w 2562225"/>
                <a:gd name="connsiteY1" fmla="*/ 4400550 h 4400550"/>
                <a:gd name="connsiteX2" fmla="*/ 2562225 w 2562225"/>
                <a:gd name="connsiteY2" fmla="*/ 2200275 h 4400550"/>
                <a:gd name="connsiteX3" fmla="*/ 1066800 w 2562225"/>
                <a:gd name="connsiteY3" fmla="*/ 0 h 4400550"/>
                <a:gd name="connsiteX4" fmla="*/ 0 w 2562225"/>
                <a:gd name="connsiteY4" fmla="*/ 0 h 4400550"/>
                <a:gd name="connsiteX5" fmla="*/ 1343025 w 2562225"/>
                <a:gd name="connsiteY5" fmla="*/ 2200275 h 4400550"/>
                <a:gd name="connsiteX6" fmla="*/ 0 w 2562225"/>
                <a:gd name="connsiteY6" fmla="*/ 4400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225" h="4400550">
                  <a:moveTo>
                    <a:pt x="0" y="4400550"/>
                  </a:moveTo>
                  <a:lnTo>
                    <a:pt x="1066800" y="4400550"/>
                  </a:lnTo>
                  <a:lnTo>
                    <a:pt x="2562225" y="22002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1343025" y="2200275"/>
                  </a:lnTo>
                  <a:lnTo>
                    <a:pt x="0" y="440055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lnSpc>
                  <a:spcPct val="80000"/>
                </a:lnSpc>
              </a:pPr>
              <a:endParaRPr lang="de-DE" sz="1400" b="1">
                <a:solidFill>
                  <a:schemeClr val="bg1"/>
                </a:solidFill>
              </a:endParaRPr>
            </a:p>
          </p:txBody>
        </p:sp>
      </p:grp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5DD23DC4-FC0F-603C-EA8E-53B4D1C33AA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08000" y="1845000"/>
            <a:ext cx="7777108" cy="396203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pPr lvl="0"/>
            <a:endParaRPr lang="en-GB" noProof="0"/>
          </a:p>
        </p:txBody>
      </p:sp>
      <p:sp>
        <p:nvSpPr>
          <p:cNvPr id="10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06453" y="1196975"/>
            <a:ext cx="1203116" cy="40518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none" lIns="180000" tIns="36000" rIns="180000" bIns="3600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accent1"/>
                </a:solidFill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accent1"/>
                </a:solidFill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accent1"/>
                </a:solidFill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accent1"/>
                </a:solidFill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accent1"/>
                </a:solidFill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accent1"/>
                </a:solidFill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accent1"/>
                </a:solidFill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267"/>
              </a:spcAft>
              <a:buNone/>
              <a:defRPr sz="2100" b="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267"/>
              </a:spcAft>
              <a:buNone/>
              <a:defRPr sz="21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Category</a:t>
            </a:r>
          </a:p>
        </p:txBody>
      </p:sp>
    </p:spTree>
    <p:extLst>
      <p:ext uri="{BB962C8B-B14F-4D97-AF65-F5344CB8AC3E}">
        <p14:creationId xmlns:p14="http://schemas.microsoft.com/office/powerpoint/2010/main" val="51551114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1 Picture 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9BCAF0EA-4459-599A-8422-EBF33C11365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647562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95" imgH="394" progId="TCLayout.ActiveDocument.1">
                  <p:embed/>
                </p:oleObj>
              </mc:Choice>
              <mc:Fallback>
                <p:oleObj name="think-cell Folie" r:id="rId3" imgW="395" imgH="39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BCAF0EA-4459-599A-8422-EBF33C1136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E525572B-01AB-17E0-920F-19E4F2D4CF7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08000" y="1197000"/>
            <a:ext cx="5832463" cy="316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200"/>
            </a:lvl1pPr>
          </a:lstStyle>
          <a:p>
            <a:pPr lvl="0"/>
            <a:endParaRPr lang="en-GB" noProof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214E59C-4DC5-BE1C-89CA-491840B958F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 bwMode="gray">
          <a:xfrm>
            <a:off x="7896224" y="1196975"/>
            <a:ext cx="3888000" cy="5184775"/>
          </a:xfrm>
          <a:prstGeom prst="roundRect">
            <a:avLst>
              <a:gd name="adj" fmla="val 7104"/>
            </a:avLst>
          </a:prstGeom>
        </p:spPr>
        <p:txBody>
          <a:bodyPr anchor="ctr"/>
          <a:lstStyle>
            <a:lvl1pPr algn="ctr">
              <a:defRPr sz="100">
                <a:noFill/>
              </a:defRPr>
            </a:lvl1pPr>
          </a:lstStyle>
          <a:p>
            <a:endParaRPr lang="de-DE"/>
          </a:p>
        </p:txBody>
      </p:sp>
      <p:sp>
        <p:nvSpPr>
          <p:cNvPr id="2" name="Datumsplatzhalter 3">
            <a:extLst>
              <a:ext uri="{FF2B5EF4-FFF2-40B4-BE49-F238E27FC236}">
                <a16:creationId xmlns:a16="http://schemas.microsoft.com/office/drawing/2014/main" id="{378AA06D-F3C5-B8E6-D031-05C7A15B32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55E70D4B-E00F-4E3D-9749-2A3BEC2D17A1}" type="datetime1">
              <a:rPr lang="de-DE" smtClean="0"/>
              <a:pPr/>
              <a:t>28.06.26</a:t>
            </a:fld>
            <a:endParaRPr lang="en-CA"/>
          </a:p>
        </p:txBody>
      </p: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014E6EA5-A0DE-39CB-46D0-26FD8F5644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6414877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 [Blue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6" name="think-cell data - do not delete" hidden="1">
            <a:extLst>
              <a:ext uri="{FF2B5EF4-FFF2-40B4-BE49-F238E27FC236}">
                <a16:creationId xmlns:a16="http://schemas.microsoft.com/office/drawing/2014/main" id="{1835B67E-ADC0-FABB-FC0A-47784688877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412145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95" imgH="394" progId="TCLayout.ActiveDocument.1">
                  <p:embed/>
                </p:oleObj>
              </mc:Choice>
              <mc:Fallback>
                <p:oleObj name="think-cell Folie" r:id="rId3" imgW="395" imgH="394" progId="TCLayout.ActiveDocument.1">
                  <p:embed/>
                  <p:pic>
                    <p:nvPicPr>
                      <p:cNvPr id="10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835B67E-ADC0-FABB-FC0A-4778468887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782978F0-8D62-6AE7-2CC3-E1FD6CA41DE0}"/>
              </a:ext>
            </a:extLst>
          </p:cNvPr>
          <p:cNvSpPr/>
          <p:nvPr userDrawn="1"/>
        </p:nvSpPr>
        <p:spPr bwMode="ltGray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3264FF"/>
              </a:gs>
              <a:gs pos="1000">
                <a:schemeClr val="accent1"/>
              </a:gs>
            </a:gsLst>
            <a:lin ang="81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E525572B-01AB-17E0-920F-19E4F2D4CF7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08000" y="1197000"/>
            <a:ext cx="5545084" cy="316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pPr lvl="0"/>
            <a:endParaRPr lang="en-GB" noProof="0"/>
          </a:p>
        </p:txBody>
      </p:sp>
      <p:grpSp>
        <p:nvGrpSpPr>
          <p:cNvPr id="55" name="Gruppieren 14">
            <a:extLst>
              <a:ext uri="{FF2B5EF4-FFF2-40B4-BE49-F238E27FC236}">
                <a16:creationId xmlns:a16="http://schemas.microsoft.com/office/drawing/2014/main" id="{DDBAA8EA-3C38-D1D2-56DB-A3E2E3214957}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56" name="Freeform 7">
              <a:extLst>
                <a:ext uri="{FF2B5EF4-FFF2-40B4-BE49-F238E27FC236}">
                  <a16:creationId xmlns:a16="http://schemas.microsoft.com/office/drawing/2014/main" id="{8FA81538-EFC1-3E70-41B7-5DB2FFFA9A4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Rectangle 8">
              <a:extLst>
                <a:ext uri="{FF2B5EF4-FFF2-40B4-BE49-F238E27FC236}">
                  <a16:creationId xmlns:a16="http://schemas.microsoft.com/office/drawing/2014/main" id="{C217C185-5216-6F82-B27F-54343A9BA6B5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Rectangle 9">
              <a:extLst>
                <a:ext uri="{FF2B5EF4-FFF2-40B4-BE49-F238E27FC236}">
                  <a16:creationId xmlns:a16="http://schemas.microsoft.com/office/drawing/2014/main" id="{26896DC9-C4F6-4F79-4675-FD943C986018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10">
              <a:extLst>
                <a:ext uri="{FF2B5EF4-FFF2-40B4-BE49-F238E27FC236}">
                  <a16:creationId xmlns:a16="http://schemas.microsoft.com/office/drawing/2014/main" id="{A19A0F72-DA1F-72BB-4609-4485BAD51EC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11">
              <a:extLst>
                <a:ext uri="{FF2B5EF4-FFF2-40B4-BE49-F238E27FC236}">
                  <a16:creationId xmlns:a16="http://schemas.microsoft.com/office/drawing/2014/main" id="{BB9745D9-8DBB-AD42-C0DE-65C0C127320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12">
              <a:extLst>
                <a:ext uri="{FF2B5EF4-FFF2-40B4-BE49-F238E27FC236}">
                  <a16:creationId xmlns:a16="http://schemas.microsoft.com/office/drawing/2014/main" id="{7FD822CE-4E9B-2A9B-180E-4A70166AF11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13">
              <a:extLst>
                <a:ext uri="{FF2B5EF4-FFF2-40B4-BE49-F238E27FC236}">
                  <a16:creationId xmlns:a16="http://schemas.microsoft.com/office/drawing/2014/main" id="{4B0613FE-E2D5-CF02-3D1A-FD4ABFE2A4C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3" name="Freeform 14">
              <a:extLst>
                <a:ext uri="{FF2B5EF4-FFF2-40B4-BE49-F238E27FC236}">
                  <a16:creationId xmlns:a16="http://schemas.microsoft.com/office/drawing/2014/main" id="{883C839C-862E-E30A-EC92-ECDFD51EE12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4" name="Freeform 15">
              <a:extLst>
                <a:ext uri="{FF2B5EF4-FFF2-40B4-BE49-F238E27FC236}">
                  <a16:creationId xmlns:a16="http://schemas.microsoft.com/office/drawing/2014/main" id="{D7E452E8-E606-7D64-0BD5-449C1F3F015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5" name="Freeform 16">
              <a:extLst>
                <a:ext uri="{FF2B5EF4-FFF2-40B4-BE49-F238E27FC236}">
                  <a16:creationId xmlns:a16="http://schemas.microsoft.com/office/drawing/2014/main" id="{D6A7DADF-1003-AC42-7A3A-F42CFDDEFED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6" name="Freeform 17">
              <a:extLst>
                <a:ext uri="{FF2B5EF4-FFF2-40B4-BE49-F238E27FC236}">
                  <a16:creationId xmlns:a16="http://schemas.microsoft.com/office/drawing/2014/main" id="{AD471D2D-1824-5EFC-F115-91E930D947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7" name="Freeform 18">
              <a:extLst>
                <a:ext uri="{FF2B5EF4-FFF2-40B4-BE49-F238E27FC236}">
                  <a16:creationId xmlns:a16="http://schemas.microsoft.com/office/drawing/2014/main" id="{EE5DAD9A-BBDB-5572-2BDC-0D8E40A2189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8" name="Freeform 19">
              <a:extLst>
                <a:ext uri="{FF2B5EF4-FFF2-40B4-BE49-F238E27FC236}">
                  <a16:creationId xmlns:a16="http://schemas.microsoft.com/office/drawing/2014/main" id="{00B7C49C-2BFD-AF48-905B-1A570BA09A4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9" name="Freeform 20">
              <a:extLst>
                <a:ext uri="{FF2B5EF4-FFF2-40B4-BE49-F238E27FC236}">
                  <a16:creationId xmlns:a16="http://schemas.microsoft.com/office/drawing/2014/main" id="{3C3ABAB2-FD3C-0E8A-D609-74A8AA5EF51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0" name="Freeform 21">
              <a:extLst>
                <a:ext uri="{FF2B5EF4-FFF2-40B4-BE49-F238E27FC236}">
                  <a16:creationId xmlns:a16="http://schemas.microsoft.com/office/drawing/2014/main" id="{8E487034-2107-5170-CD1D-B1C4E9EB9E2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1" name="Freeform 22">
              <a:extLst>
                <a:ext uri="{FF2B5EF4-FFF2-40B4-BE49-F238E27FC236}">
                  <a16:creationId xmlns:a16="http://schemas.microsoft.com/office/drawing/2014/main" id="{2DACC8E9-44E3-7D78-901A-ECCE3CBE151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2" name="Freeform 23">
              <a:extLst>
                <a:ext uri="{FF2B5EF4-FFF2-40B4-BE49-F238E27FC236}">
                  <a16:creationId xmlns:a16="http://schemas.microsoft.com/office/drawing/2014/main" id="{5BBBB5A0-EBC3-F347-9498-35C99B27D04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3" name="Freeform 24">
              <a:extLst>
                <a:ext uri="{FF2B5EF4-FFF2-40B4-BE49-F238E27FC236}">
                  <a16:creationId xmlns:a16="http://schemas.microsoft.com/office/drawing/2014/main" id="{03F5CBE6-C8B6-EEFF-911D-9058BAB8236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4" name="Freeform 25">
              <a:extLst>
                <a:ext uri="{FF2B5EF4-FFF2-40B4-BE49-F238E27FC236}">
                  <a16:creationId xmlns:a16="http://schemas.microsoft.com/office/drawing/2014/main" id="{5E4D4C52-E722-7B06-D7DE-46B14A480CA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5" name="Freeform 26">
              <a:extLst>
                <a:ext uri="{FF2B5EF4-FFF2-40B4-BE49-F238E27FC236}">
                  <a16:creationId xmlns:a16="http://schemas.microsoft.com/office/drawing/2014/main" id="{C9C26B4B-F7B5-F9A6-4615-1813FD874E2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6" name="Freeform 27">
              <a:extLst>
                <a:ext uri="{FF2B5EF4-FFF2-40B4-BE49-F238E27FC236}">
                  <a16:creationId xmlns:a16="http://schemas.microsoft.com/office/drawing/2014/main" id="{FCE36C47-86DB-FB15-88CA-CCE5FA2029F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7" name="Freeform 28">
              <a:extLst>
                <a:ext uri="{FF2B5EF4-FFF2-40B4-BE49-F238E27FC236}">
                  <a16:creationId xmlns:a16="http://schemas.microsoft.com/office/drawing/2014/main" id="{09AB5D74-09AB-6226-F55F-12A2A34B301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8" name="Freeform 29">
              <a:extLst>
                <a:ext uri="{FF2B5EF4-FFF2-40B4-BE49-F238E27FC236}">
                  <a16:creationId xmlns:a16="http://schemas.microsoft.com/office/drawing/2014/main" id="{FFD0AC11-124E-F742-E7C6-DDA3A24C9DD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79" name="Datumsplatzhalter 3">
            <a:extLst>
              <a:ext uri="{FF2B5EF4-FFF2-40B4-BE49-F238E27FC236}">
                <a16:creationId xmlns:a16="http://schemas.microsoft.com/office/drawing/2014/main" id="{11B8D1C8-99CF-6F41-1C6E-FB2849FE01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fld id="{55E70D4B-E00F-4E3D-9749-2A3BEC2D17A1}" type="datetime1">
              <a:rPr lang="de-DE" smtClean="0"/>
              <a:pPr/>
              <a:t>28.06.26</a:t>
            </a:fld>
            <a:endParaRPr lang="en-CA"/>
          </a:p>
        </p:txBody>
      </p:sp>
      <p:sp>
        <p:nvSpPr>
          <p:cNvPr id="80" name="Foliennummernplatzhalter 5">
            <a:extLst>
              <a:ext uri="{FF2B5EF4-FFF2-40B4-BE49-F238E27FC236}">
                <a16:creationId xmlns:a16="http://schemas.microsoft.com/office/drawing/2014/main" id="{3B865067-1B1A-7F56-EC0E-1DAE21DD58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81" name="Textfeld 6">
            <a:extLst>
              <a:ext uri="{FF2B5EF4-FFF2-40B4-BE49-F238E27FC236}">
                <a16:creationId xmlns:a16="http://schemas.microsoft.com/office/drawing/2014/main" id="{A0A46F98-212A-515F-150B-6B70033A3015}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832649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DEDE4EEE-988F-26F7-D359-FCAC139B078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075037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95" imgH="394" progId="TCLayout.ActiveDocument.1">
                  <p:embed/>
                </p:oleObj>
              </mc:Choice>
              <mc:Fallback>
                <p:oleObj name="think-cell Folie" r:id="rId3" imgW="395" imgH="394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EDE4EEE-988F-26F7-D359-FCAC139B07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E525572B-01AB-17E0-920F-19E4F2D4CF7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08000" y="1197000"/>
            <a:ext cx="5542454" cy="259238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200"/>
            </a:lvl1pPr>
          </a:lstStyle>
          <a:p>
            <a:pPr lvl="0"/>
            <a:endParaRPr lang="en-GB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227DB7-861F-F828-18A7-5FD2E14CAD5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07999" y="4077000"/>
            <a:ext cx="3887775" cy="23050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umsplatzhalter 3">
            <a:extLst>
              <a:ext uri="{FF2B5EF4-FFF2-40B4-BE49-F238E27FC236}">
                <a16:creationId xmlns:a16="http://schemas.microsoft.com/office/drawing/2014/main" id="{37D6B44D-63C6-3C2E-D158-601124783E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55E70D4B-E00F-4E3D-9749-2A3BEC2D17A1}" type="datetime1">
              <a:rPr lang="de-DE" smtClean="0"/>
              <a:pPr/>
              <a:t>28.06.26</a:t>
            </a:fld>
            <a:endParaRPr lang="en-CA"/>
          </a:p>
        </p:txBody>
      </p: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0C187445-6213-FD30-5D32-B798980BDD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0486471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3D8925AD-338F-E20B-CF96-6A5082D3F38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192796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95" imgH="394" progId="TCLayout.ActiveDocument.1">
                  <p:embed/>
                </p:oleObj>
              </mc:Choice>
              <mc:Fallback>
                <p:oleObj name="think-cell Foli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D8925AD-338F-E20B-CF96-6A5082D3F3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E525572B-01AB-17E0-920F-19E4F2D4CF7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08000" y="1197000"/>
            <a:ext cx="5545084" cy="316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200"/>
            </a:lvl1pPr>
          </a:lstStyle>
          <a:p>
            <a:pPr lvl="0"/>
            <a:endParaRPr lang="en-GB" noProof="0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A14CEE40-D591-4BE3-E59D-593F7B5A25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83633" y="6597650"/>
            <a:ext cx="901128" cy="1538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977B1EC-2752-4964-9BC6-B37F3018939E}" type="datetime1">
              <a:rPr lang="de-DE" smtClean="0"/>
              <a:pPr/>
              <a:t>28.06.26</a:t>
            </a:fld>
            <a:endParaRPr lang="en-CA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0A7197F-D4F1-53B2-BFEE-B5B9C47225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2500" y="6597650"/>
            <a:ext cx="391512" cy="1538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3283481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F2661AC9-CCDF-E165-C8C5-83B4504C197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297819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95" imgH="394" progId="TCLayout.ActiveDocument.1">
                  <p:embed/>
                </p:oleObj>
              </mc:Choice>
              <mc:Fallback>
                <p:oleObj name="think-cell Folie" r:id="rId3" imgW="395" imgH="394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2661AC9-CCDF-E165-C8C5-83B4504C19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E525572B-01AB-17E0-920F-19E4F2D4CF7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08000" y="1197000"/>
            <a:ext cx="4680000" cy="316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200"/>
            </a:lvl1pPr>
          </a:lstStyle>
          <a:p>
            <a:pPr lvl="0"/>
            <a:endParaRPr lang="en-GB" noProof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214E59C-4DC5-BE1C-89CA-491840B958F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 bwMode="gray">
          <a:xfrm>
            <a:off x="5952000" y="1197000"/>
            <a:ext cx="2771775" cy="3240000"/>
          </a:xfrm>
          <a:prstGeom prst="roundRect">
            <a:avLst>
              <a:gd name="adj" fmla="val 9965"/>
            </a:avLst>
          </a:prstGeom>
        </p:spPr>
        <p:txBody>
          <a:bodyPr anchor="ctr"/>
          <a:lstStyle>
            <a:lvl1pPr algn="ctr">
              <a:defRPr sz="100">
                <a:noFill/>
              </a:defRPr>
            </a:lvl1pPr>
          </a:lstStyle>
          <a:p>
            <a:endParaRPr lang="de-DE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48675F3F-7B1A-0908-7252-D2211A1D7145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 bwMode="gray">
          <a:xfrm>
            <a:off x="9012225" y="1197000"/>
            <a:ext cx="2771775" cy="3240000"/>
          </a:xfrm>
          <a:prstGeom prst="roundRect">
            <a:avLst>
              <a:gd name="adj" fmla="val 9965"/>
            </a:avLst>
          </a:prstGeom>
        </p:spPr>
        <p:txBody>
          <a:bodyPr anchor="ctr"/>
          <a:lstStyle>
            <a:lvl1pPr algn="ctr">
              <a:defRPr sz="100">
                <a:noFill/>
              </a:defRPr>
            </a:lvl1pPr>
          </a:lstStyle>
          <a:p>
            <a:endParaRPr lang="de-DE"/>
          </a:p>
        </p:txBody>
      </p:sp>
      <p:sp>
        <p:nvSpPr>
          <p:cNvPr id="2" name="Datumsplatzhalter 3">
            <a:extLst>
              <a:ext uri="{FF2B5EF4-FFF2-40B4-BE49-F238E27FC236}">
                <a16:creationId xmlns:a16="http://schemas.microsoft.com/office/drawing/2014/main" id="{8768CFFB-90D5-5FB1-A896-CB258248DB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55E70D4B-E00F-4E3D-9749-2A3BEC2D17A1}" type="datetime1">
              <a:rPr lang="de-DE" smtClean="0"/>
              <a:pPr/>
              <a:t>28.06.26</a:t>
            </a:fld>
            <a:endParaRPr lang="en-CA"/>
          </a:p>
        </p:txBody>
      </p: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7214E15A-D0B0-0091-FBE1-9E2B8BD58A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7244286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3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hink-cell data - do not delete" hidden="1">
            <a:extLst>
              <a:ext uri="{FF2B5EF4-FFF2-40B4-BE49-F238E27FC236}">
                <a16:creationId xmlns:a16="http://schemas.microsoft.com/office/drawing/2014/main" id="{8C538683-0720-9668-4F62-2F911D1447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316243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95" imgH="394" progId="TCLayout.ActiveDocument.1">
                  <p:embed/>
                </p:oleObj>
              </mc:Choice>
              <mc:Fallback>
                <p:oleObj name="think-cell Folie" r:id="rId3" imgW="395" imgH="394" progId="TCLayout.ActiveDocument.1">
                  <p:embed/>
                  <p:pic>
                    <p:nvPicPr>
                      <p:cNvPr id="1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C538683-0720-9668-4F62-2F911D1447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E525572B-01AB-17E0-920F-19E4F2D4CF7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08000" y="1197000"/>
            <a:ext cx="2989543" cy="316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200"/>
            </a:lvl1pPr>
          </a:lstStyle>
          <a:p>
            <a:pPr lvl="0"/>
            <a:endParaRPr lang="en-GB" noProof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214E59C-4DC5-BE1C-89CA-491840B958F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 bwMode="gray">
          <a:xfrm>
            <a:off x="4008438" y="1197000"/>
            <a:ext cx="1800000" cy="1800000"/>
          </a:xfrm>
          <a:prstGeom prst="roundRect">
            <a:avLst>
              <a:gd name="adj" fmla="val 15345"/>
            </a:avLst>
          </a:prstGeom>
        </p:spPr>
        <p:txBody>
          <a:bodyPr anchor="ctr"/>
          <a:lstStyle>
            <a:lvl1pPr algn="ctr">
              <a:defRPr sz="100">
                <a:noFill/>
              </a:defRPr>
            </a:lvl1pPr>
          </a:lstStyle>
          <a:p>
            <a:endParaRPr lang="de-DE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48675F3F-7B1A-0908-7252-D2211A1D7145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 bwMode="gray">
          <a:xfrm>
            <a:off x="6708439" y="1197000"/>
            <a:ext cx="1800000" cy="1800000"/>
          </a:xfrm>
          <a:prstGeom prst="roundRect">
            <a:avLst>
              <a:gd name="adj" fmla="val 15345"/>
            </a:avLst>
          </a:prstGeom>
        </p:spPr>
        <p:txBody>
          <a:bodyPr anchor="ctr"/>
          <a:lstStyle>
            <a:lvl1pPr algn="ctr">
              <a:defRPr sz="100">
                <a:noFill/>
              </a:defRPr>
            </a:lvl1pPr>
          </a:lstStyle>
          <a:p>
            <a:endParaRPr lang="de-DE"/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65816416-0514-27F0-E110-1500DD34FF5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 bwMode="gray">
          <a:xfrm>
            <a:off x="9408439" y="1197000"/>
            <a:ext cx="1800000" cy="1800000"/>
          </a:xfrm>
          <a:prstGeom prst="roundRect">
            <a:avLst>
              <a:gd name="adj" fmla="val 15345"/>
            </a:avLst>
          </a:prstGeom>
        </p:spPr>
        <p:txBody>
          <a:bodyPr anchor="ctr"/>
          <a:lstStyle>
            <a:lvl1pPr algn="ctr">
              <a:defRPr sz="100">
                <a:noFill/>
              </a:defRPr>
            </a:lvl1pPr>
          </a:lstStyle>
          <a:p>
            <a:endParaRPr lang="de-DE"/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98F11AD1-2512-EDF0-C37F-1A5FFBBF8B3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 bwMode="gray">
          <a:xfrm>
            <a:off x="4008439" y="3573000"/>
            <a:ext cx="1800000" cy="2808750"/>
          </a:xfrm>
        </p:spPr>
        <p:txBody>
          <a:bodyPr/>
          <a:lstStyle>
            <a:lvl1pPr marL="0" indent="0">
              <a:lnSpc>
                <a:spcPts val="1400"/>
              </a:lnSpc>
              <a:spcBef>
                <a:spcPts val="600"/>
              </a:spcBef>
              <a:buNone/>
              <a:defRPr sz="1000"/>
            </a:lvl1pPr>
            <a:lvl2pPr marL="144000" indent="-144000">
              <a:defRPr sz="1000"/>
            </a:lvl2pPr>
            <a:lvl3pPr marL="288000" indent="-144000">
              <a:defRPr sz="1000"/>
            </a:lvl3pPr>
            <a:lvl4pPr marL="432000" indent="-144000">
              <a:defRPr sz="1000"/>
            </a:lvl4pPr>
            <a:lvl5pPr marL="144000" indent="-144000"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/>
              <a:t>Click to edit Master text</a:t>
            </a:r>
            <a:endParaRPr lang="de-DE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0A66123-93CD-A51D-6C16-C75CCEA6224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 bwMode="gray">
          <a:xfrm>
            <a:off x="6708439" y="3573000"/>
            <a:ext cx="1800000" cy="2808750"/>
          </a:xfrm>
        </p:spPr>
        <p:txBody>
          <a:bodyPr/>
          <a:lstStyle>
            <a:lvl1pPr marL="0" indent="0">
              <a:lnSpc>
                <a:spcPts val="1400"/>
              </a:lnSpc>
              <a:spcBef>
                <a:spcPts val="600"/>
              </a:spcBef>
              <a:buNone/>
              <a:defRPr sz="1000"/>
            </a:lvl1pPr>
            <a:lvl2pPr marL="144000" indent="-144000">
              <a:defRPr sz="1000"/>
            </a:lvl2pPr>
            <a:lvl3pPr marL="288000" indent="-144000">
              <a:defRPr sz="1000"/>
            </a:lvl3pPr>
            <a:lvl4pPr marL="432000" indent="-144000">
              <a:defRPr sz="1000"/>
            </a:lvl4pPr>
            <a:lvl5pPr marL="144000" indent="-144000"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/>
              <a:t>Click to edit Master text</a:t>
            </a:r>
            <a:endParaRPr lang="de-DE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56D35ABF-C0D7-E2B7-7A08-AD62E4A46D4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 bwMode="gray">
          <a:xfrm>
            <a:off x="9408439" y="3573000"/>
            <a:ext cx="1800000" cy="2808750"/>
          </a:xfrm>
        </p:spPr>
        <p:txBody>
          <a:bodyPr/>
          <a:lstStyle>
            <a:lvl1pPr marL="0" indent="0">
              <a:lnSpc>
                <a:spcPts val="1400"/>
              </a:lnSpc>
              <a:spcBef>
                <a:spcPts val="600"/>
              </a:spcBef>
              <a:buNone/>
              <a:defRPr sz="1000"/>
            </a:lvl1pPr>
            <a:lvl2pPr marL="144000" indent="-144000">
              <a:defRPr sz="1000"/>
            </a:lvl2pPr>
            <a:lvl3pPr marL="288000" indent="-144000">
              <a:defRPr sz="1000"/>
            </a:lvl3pPr>
            <a:lvl4pPr marL="432000" indent="-144000">
              <a:defRPr sz="1000"/>
            </a:lvl4pPr>
            <a:lvl5pPr marL="144000" indent="-144000"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/>
              <a:t>Click to edit Master text</a:t>
            </a:r>
            <a:endParaRPr lang="de-DE"/>
          </a:p>
        </p:txBody>
      </p:sp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471B7311-D5B7-82A0-D707-3AA9A608B6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55E70D4B-E00F-4E3D-9749-2A3BEC2D17A1}" type="datetime1">
              <a:rPr lang="de-DE" smtClean="0"/>
              <a:pPr/>
              <a:t>28.06.26</a:t>
            </a:fld>
            <a:endParaRPr lang="en-CA"/>
          </a:p>
        </p:txBody>
      </p:sp>
      <p:sp>
        <p:nvSpPr>
          <p:cNvPr id="13" name="Foliennummernplatzhalter 5">
            <a:extLst>
              <a:ext uri="{FF2B5EF4-FFF2-40B4-BE49-F238E27FC236}">
                <a16:creationId xmlns:a16="http://schemas.microsoft.com/office/drawing/2014/main" id="{35BC1ABF-FBF7-38B4-E553-5E1D9713FE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8622475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text [Split Color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" name="think-cell data - do not delete" hidden="1">
            <a:extLst>
              <a:ext uri="{FF2B5EF4-FFF2-40B4-BE49-F238E27FC236}">
                <a16:creationId xmlns:a16="http://schemas.microsoft.com/office/drawing/2014/main" id="{68A593B6-9036-6023-B385-C4D40DEF62B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24235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95" imgH="394" progId="TCLayout.ActiveDocument.1">
                  <p:embed/>
                </p:oleObj>
              </mc:Choice>
              <mc:Fallback>
                <p:oleObj name="think-cell Folie" r:id="rId3" imgW="395" imgH="394" progId="TCLayout.ActiveDocument.1">
                  <p:embed/>
                  <p:pic>
                    <p:nvPicPr>
                      <p:cNvPr id="6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8A593B6-9036-6023-B385-C4D40DEF62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" name="Rechteck 43">
            <a:extLst>
              <a:ext uri="{FF2B5EF4-FFF2-40B4-BE49-F238E27FC236}">
                <a16:creationId xmlns:a16="http://schemas.microsoft.com/office/drawing/2014/main" id="{5B9693D4-0AA5-72CC-13FA-F77BC67F4689}"/>
              </a:ext>
            </a:extLst>
          </p:cNvPr>
          <p:cNvSpPr>
            <a:spLocks/>
          </p:cNvSpPr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rgbClr val="3264FF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6E3F09D-4039-1BAE-0E7A-C966D8941F2C}"/>
              </a:ext>
            </a:extLst>
          </p:cNvPr>
          <p:cNvSpPr/>
          <p:nvPr userDrawn="1"/>
        </p:nvSpPr>
        <p:spPr>
          <a:xfrm>
            <a:off x="-1" y="0"/>
            <a:ext cx="611708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marL="252000" indent="-252000" algn="l"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endParaRPr lang="en-DE" sz="1400">
              <a:solidFill>
                <a:schemeClr val="bg1"/>
              </a:solidFill>
            </a:endParaRP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E525572B-01AB-17E0-920F-19E4F2D4CF7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08000" y="1197000"/>
            <a:ext cx="4680000" cy="259238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200"/>
            </a:lvl1pPr>
          </a:lstStyle>
          <a:p>
            <a:pPr lvl="0"/>
            <a:endParaRPr lang="en-GB" noProof="0"/>
          </a:p>
        </p:txBody>
      </p:sp>
      <p:sp>
        <p:nvSpPr>
          <p:cNvPr id="2" name="Datumsplatzhalter 3">
            <a:extLst>
              <a:ext uri="{FF2B5EF4-FFF2-40B4-BE49-F238E27FC236}">
                <a16:creationId xmlns:a16="http://schemas.microsoft.com/office/drawing/2014/main" id="{84BDC3B0-0E66-1D44-FF3E-CF9A2E9F75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fld id="{55E70D4B-E00F-4E3D-9749-2A3BEC2D17A1}" type="datetime1">
              <a:rPr lang="de-DE" smtClean="0"/>
              <a:pPr/>
              <a:t>28.06.26</a:t>
            </a:fld>
            <a:endParaRPr lang="en-CA"/>
          </a:p>
        </p:txBody>
      </p: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8E93662E-0A3C-D006-1F79-A4D9AAE55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grpSp>
        <p:nvGrpSpPr>
          <p:cNvPr id="6" name="Gruppieren 14">
            <a:extLst>
              <a:ext uri="{FF2B5EF4-FFF2-40B4-BE49-F238E27FC236}">
                <a16:creationId xmlns:a16="http://schemas.microsoft.com/office/drawing/2014/main" id="{51727628-6728-F6EB-FC70-FB6810067FFC}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570715D-7A75-D7F4-DCDD-E840B610CE9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Rectangle 8">
              <a:extLst>
                <a:ext uri="{FF2B5EF4-FFF2-40B4-BE49-F238E27FC236}">
                  <a16:creationId xmlns:a16="http://schemas.microsoft.com/office/drawing/2014/main" id="{0FB7994F-EF65-5B8F-09FD-0EF3B71578CF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2" name="Rectangle 9">
              <a:extLst>
                <a:ext uri="{FF2B5EF4-FFF2-40B4-BE49-F238E27FC236}">
                  <a16:creationId xmlns:a16="http://schemas.microsoft.com/office/drawing/2014/main" id="{1A725A5E-F220-1CA6-5E69-9B98EA0D363A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01DB8040-98A4-ADB8-1FAC-0F07B769F72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1">
              <a:extLst>
                <a:ext uri="{FF2B5EF4-FFF2-40B4-BE49-F238E27FC236}">
                  <a16:creationId xmlns:a16="http://schemas.microsoft.com/office/drawing/2014/main" id="{0625641E-7844-0DE6-B7F8-63411C65C77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2">
              <a:extLst>
                <a:ext uri="{FF2B5EF4-FFF2-40B4-BE49-F238E27FC236}">
                  <a16:creationId xmlns:a16="http://schemas.microsoft.com/office/drawing/2014/main" id="{C62057DE-CE57-9A3D-1A2B-82E6735E444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3">
              <a:extLst>
                <a:ext uri="{FF2B5EF4-FFF2-40B4-BE49-F238E27FC236}">
                  <a16:creationId xmlns:a16="http://schemas.microsoft.com/office/drawing/2014/main" id="{8C64A53B-E5C6-6E4F-47B8-36627B241F0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4">
              <a:extLst>
                <a:ext uri="{FF2B5EF4-FFF2-40B4-BE49-F238E27FC236}">
                  <a16:creationId xmlns:a16="http://schemas.microsoft.com/office/drawing/2014/main" id="{29A8CF97-C0D8-6B58-FF77-D01D82874BA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5">
              <a:extLst>
                <a:ext uri="{FF2B5EF4-FFF2-40B4-BE49-F238E27FC236}">
                  <a16:creationId xmlns:a16="http://schemas.microsoft.com/office/drawing/2014/main" id="{CBB72FF9-F9C3-F02A-94BE-1308D7018D7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6">
              <a:extLst>
                <a:ext uri="{FF2B5EF4-FFF2-40B4-BE49-F238E27FC236}">
                  <a16:creationId xmlns:a16="http://schemas.microsoft.com/office/drawing/2014/main" id="{A1A7357D-7BCE-EBDB-EB1D-9745700EF1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7">
              <a:extLst>
                <a:ext uri="{FF2B5EF4-FFF2-40B4-BE49-F238E27FC236}">
                  <a16:creationId xmlns:a16="http://schemas.microsoft.com/office/drawing/2014/main" id="{D6ECB2CC-01BD-FCF3-8E21-092D3121665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8">
              <a:extLst>
                <a:ext uri="{FF2B5EF4-FFF2-40B4-BE49-F238E27FC236}">
                  <a16:creationId xmlns:a16="http://schemas.microsoft.com/office/drawing/2014/main" id="{A288F867-B710-1CED-E870-54EE94D1AED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9">
              <a:extLst>
                <a:ext uri="{FF2B5EF4-FFF2-40B4-BE49-F238E27FC236}">
                  <a16:creationId xmlns:a16="http://schemas.microsoft.com/office/drawing/2014/main" id="{D68401C8-69D8-33AB-4762-DE3780EDCA7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0">
              <a:extLst>
                <a:ext uri="{FF2B5EF4-FFF2-40B4-BE49-F238E27FC236}">
                  <a16:creationId xmlns:a16="http://schemas.microsoft.com/office/drawing/2014/main" id="{21E8F501-9809-B6CD-4D9C-22F5F0948D0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1">
              <a:extLst>
                <a:ext uri="{FF2B5EF4-FFF2-40B4-BE49-F238E27FC236}">
                  <a16:creationId xmlns:a16="http://schemas.microsoft.com/office/drawing/2014/main" id="{D585EA6E-A615-6E11-BB9E-08C23D8BA21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2">
              <a:extLst>
                <a:ext uri="{FF2B5EF4-FFF2-40B4-BE49-F238E27FC236}">
                  <a16:creationId xmlns:a16="http://schemas.microsoft.com/office/drawing/2014/main" id="{8FD1721F-647A-170F-DCCF-D8B25BAC330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3">
              <a:extLst>
                <a:ext uri="{FF2B5EF4-FFF2-40B4-BE49-F238E27FC236}">
                  <a16:creationId xmlns:a16="http://schemas.microsoft.com/office/drawing/2014/main" id="{D6F583E9-C379-A6C1-6014-61A61A17D7B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4">
              <a:extLst>
                <a:ext uri="{FF2B5EF4-FFF2-40B4-BE49-F238E27FC236}">
                  <a16:creationId xmlns:a16="http://schemas.microsoft.com/office/drawing/2014/main" id="{2CD31BF6-8BA9-49DD-8EE1-A4B86A7B58F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5">
              <a:extLst>
                <a:ext uri="{FF2B5EF4-FFF2-40B4-BE49-F238E27FC236}">
                  <a16:creationId xmlns:a16="http://schemas.microsoft.com/office/drawing/2014/main" id="{4948AB41-E973-EF29-CD0A-85C32E6B28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6">
              <a:extLst>
                <a:ext uri="{FF2B5EF4-FFF2-40B4-BE49-F238E27FC236}">
                  <a16:creationId xmlns:a16="http://schemas.microsoft.com/office/drawing/2014/main" id="{8C9345C1-FBE1-1462-BE07-F56D9449BC5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7">
              <a:extLst>
                <a:ext uri="{FF2B5EF4-FFF2-40B4-BE49-F238E27FC236}">
                  <a16:creationId xmlns:a16="http://schemas.microsoft.com/office/drawing/2014/main" id="{859A824C-E2D1-AE14-82E1-A6DE9CD55BD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8">
              <a:extLst>
                <a:ext uri="{FF2B5EF4-FFF2-40B4-BE49-F238E27FC236}">
                  <a16:creationId xmlns:a16="http://schemas.microsoft.com/office/drawing/2014/main" id="{FE549F22-DCFD-327F-5B9E-08A63DD2702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9">
              <a:extLst>
                <a:ext uri="{FF2B5EF4-FFF2-40B4-BE49-F238E27FC236}">
                  <a16:creationId xmlns:a16="http://schemas.microsoft.com/office/drawing/2014/main" id="{2ECC7575-3DB2-2407-2CF4-39C163720CD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62" name="Textfeld 32">
            <a:extLst>
              <a:ext uri="{FF2B5EF4-FFF2-40B4-BE49-F238E27FC236}">
                <a16:creationId xmlns:a16="http://schemas.microsoft.com/office/drawing/2014/main" id="{B09C01AA-0918-CFB2-91E9-ED548BAF1F48}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167347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Text [Blue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" name="think-cell data - do not delete" hidden="1">
            <a:extLst>
              <a:ext uri="{FF2B5EF4-FFF2-40B4-BE49-F238E27FC236}">
                <a16:creationId xmlns:a16="http://schemas.microsoft.com/office/drawing/2014/main" id="{B44AB240-691B-84B2-D898-49AE9A1EB52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82476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95" imgH="394" progId="TCLayout.ActiveDocument.1">
                  <p:embed/>
                </p:oleObj>
              </mc:Choice>
              <mc:Fallback>
                <p:oleObj name="think-cell Folie" r:id="rId3" imgW="395" imgH="394" progId="TCLayout.ActiveDocument.1">
                  <p:embed/>
                  <p:pic>
                    <p:nvPicPr>
                      <p:cNvPr id="6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44AB240-691B-84B2-D898-49AE9A1EB5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2D3797FC-03EA-3809-2123-8EAAC232A429}"/>
              </a:ext>
            </a:extLst>
          </p:cNvPr>
          <p:cNvSpPr/>
          <p:nvPr userDrawn="1"/>
        </p:nvSpPr>
        <p:spPr bwMode="ltGray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3264FF"/>
              </a:gs>
              <a:gs pos="1000">
                <a:schemeClr val="accent1"/>
              </a:gs>
            </a:gsLst>
            <a:lin ang="81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E525572B-01AB-17E0-920F-19E4F2D4CF7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08000" y="1197000"/>
            <a:ext cx="5543538" cy="259238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pPr lvl="0"/>
            <a:endParaRPr lang="en-GB" noProof="0"/>
          </a:p>
        </p:txBody>
      </p:sp>
      <p:grpSp>
        <p:nvGrpSpPr>
          <p:cNvPr id="2" name="Gruppieren 14">
            <a:extLst>
              <a:ext uri="{FF2B5EF4-FFF2-40B4-BE49-F238E27FC236}">
                <a16:creationId xmlns:a16="http://schemas.microsoft.com/office/drawing/2014/main" id="{BFFC7A45-6959-DFF3-7CE0-2AC18D23EB5C}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BD89038B-ADE7-991E-62C1-7679738E8FB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2" name="Rectangle 8">
              <a:extLst>
                <a:ext uri="{FF2B5EF4-FFF2-40B4-BE49-F238E27FC236}">
                  <a16:creationId xmlns:a16="http://schemas.microsoft.com/office/drawing/2014/main" id="{E4B9A985-F5EB-06CA-F4B7-1CE3326BA8E7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9">
              <a:extLst>
                <a:ext uri="{FF2B5EF4-FFF2-40B4-BE49-F238E27FC236}">
                  <a16:creationId xmlns:a16="http://schemas.microsoft.com/office/drawing/2014/main" id="{25262604-1CFD-AACB-783F-9A86647651B5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5DA4D8D3-687F-F046-EBF5-65A5552DC2E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B5A9BD96-9F73-91C5-A4F9-A3AF8B02F1D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273017F-7C74-915E-DB1B-7DE5D2B83E8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DA10E221-17F5-D9AB-3192-93A250FCCEE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B63B2C5B-1ADC-0233-6BD8-3BC0DF03643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902AD179-6661-8A5E-5AE8-963D033F5B7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D8279266-CE2A-8866-29DF-A51A3AAF269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193E2CF0-85A9-36C9-EBFB-88D4E78925B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BAF68012-9CB8-0924-24AB-7D8C55656AC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66A7EAF4-44C5-653A-F796-F30C653CCB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F4101A24-E1D1-DE41-B45E-9121830B115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4E0C9557-5355-EEB9-E6CE-ACB59A1BDAE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C8FB052-4867-2C99-FD82-40E0626A4CD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4E703B2C-E4E7-9FD1-C1FD-3D7639ACBE1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7FBFC008-46DE-1735-A55F-C1AD087017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FF4DCC8F-C2FC-83F7-538E-9AE87F4CDC6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FD32404D-AEBD-2FED-67D4-62434B4606B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32C21ECA-0C08-56D5-F78B-5390EF5FA2D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10407C5F-9B3B-A970-DFBD-7045E825F28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9C741C80-F310-5D36-B67D-70D19846AFC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56" name="Text Placeholder 4">
            <a:extLst>
              <a:ext uri="{FF2B5EF4-FFF2-40B4-BE49-F238E27FC236}">
                <a16:creationId xmlns:a16="http://schemas.microsoft.com/office/drawing/2014/main" id="{9C2B94BA-15A0-9307-F4BC-CB86DCD9DCC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07999" y="4077000"/>
            <a:ext cx="3887775" cy="23050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Datumsplatzhalter 3">
            <a:extLst>
              <a:ext uri="{FF2B5EF4-FFF2-40B4-BE49-F238E27FC236}">
                <a16:creationId xmlns:a16="http://schemas.microsoft.com/office/drawing/2014/main" id="{545ACAA3-115C-937B-6126-D31C309DFB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fld id="{55E70D4B-E00F-4E3D-9749-2A3BEC2D17A1}" type="datetime1">
              <a:rPr lang="de-DE" smtClean="0"/>
              <a:pPr/>
              <a:t>28.06.26</a:t>
            </a:fld>
            <a:endParaRPr lang="en-CA"/>
          </a:p>
        </p:txBody>
      </p:sp>
      <p:sp>
        <p:nvSpPr>
          <p:cNvPr id="58" name="Foliennummernplatzhalter 5">
            <a:extLst>
              <a:ext uri="{FF2B5EF4-FFF2-40B4-BE49-F238E27FC236}">
                <a16:creationId xmlns:a16="http://schemas.microsoft.com/office/drawing/2014/main" id="{26E1C4D7-AA06-C13E-8104-BC93749048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59" name="Textfeld 6">
            <a:extLst>
              <a:ext uri="{FF2B5EF4-FFF2-40B4-BE49-F238E27FC236}">
                <a16:creationId xmlns:a16="http://schemas.microsoft.com/office/drawing/2014/main" id="{BC47C7AC-C305-69A3-D76A-CED5544310DA}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3742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71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tags" Target="../tags/tag2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C4283982-2F78-0C94-043C-E12BD46907E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9"/>
            </p:custDataLst>
            <p:extLst>
              <p:ext uri="{D42A27DB-BD31-4B8C-83A1-F6EECF244321}">
                <p14:modId xmlns:p14="http://schemas.microsoft.com/office/powerpoint/2010/main" val="14543997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70" imgW="306" imgH="306" progId="TCLayout.ActiveDocument.1">
                  <p:embed/>
                </p:oleObj>
              </mc:Choice>
              <mc:Fallback>
                <p:oleObj name="think-cell Folie" r:id="rId70" imgW="306" imgH="30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4283982-2F78-0C94-043C-E12BD46907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22A8E4D-5CF5-39BA-6D36-C8024C752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404813"/>
            <a:ext cx="10050812" cy="36933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ED28772-C5E6-1166-98ED-F51C9A083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484312"/>
            <a:ext cx="11376025" cy="48974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83D3B82-3692-011E-2E2F-FAEB69627F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55E70D4B-E00F-4E3D-9749-2A3BEC2D17A1}" type="datetime1">
              <a:rPr lang="de-DE" smtClean="0"/>
              <a:pPr/>
              <a:t>28.06.26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721E943-A651-71BC-5898-7724105578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grpSp>
        <p:nvGrpSpPr>
          <p:cNvPr id="45" name="Gruppieren 14">
            <a:extLst>
              <a:ext uri="{FF2B5EF4-FFF2-40B4-BE49-F238E27FC236}">
                <a16:creationId xmlns:a16="http://schemas.microsoft.com/office/drawing/2014/main" id="{6537363E-9FDE-94D4-C3B8-FD12537A0FDD}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46" name="Freeform 7">
              <a:extLst>
                <a:ext uri="{FF2B5EF4-FFF2-40B4-BE49-F238E27FC236}">
                  <a16:creationId xmlns:a16="http://schemas.microsoft.com/office/drawing/2014/main" id="{EA842D91-4EA7-6658-9396-A367A9081EC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Rectangle 8">
              <a:extLst>
                <a:ext uri="{FF2B5EF4-FFF2-40B4-BE49-F238E27FC236}">
                  <a16:creationId xmlns:a16="http://schemas.microsoft.com/office/drawing/2014/main" id="{154FE1B9-EE43-803F-2BFC-88BD6A10FAB6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Rectangle 9">
              <a:extLst>
                <a:ext uri="{FF2B5EF4-FFF2-40B4-BE49-F238E27FC236}">
                  <a16:creationId xmlns:a16="http://schemas.microsoft.com/office/drawing/2014/main" id="{2AC6DD34-D2B6-91FA-DE41-9B0EE45240FF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10">
              <a:extLst>
                <a:ext uri="{FF2B5EF4-FFF2-40B4-BE49-F238E27FC236}">
                  <a16:creationId xmlns:a16="http://schemas.microsoft.com/office/drawing/2014/main" id="{2DB7CF62-B08A-0A71-5098-015EB60938A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11">
              <a:extLst>
                <a:ext uri="{FF2B5EF4-FFF2-40B4-BE49-F238E27FC236}">
                  <a16:creationId xmlns:a16="http://schemas.microsoft.com/office/drawing/2014/main" id="{2BA87D55-9E2C-912D-A1B1-3783CF874BE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12">
              <a:extLst>
                <a:ext uri="{FF2B5EF4-FFF2-40B4-BE49-F238E27FC236}">
                  <a16:creationId xmlns:a16="http://schemas.microsoft.com/office/drawing/2014/main" id="{7D8CAC10-6292-7A0E-EDD3-8A9F297F6FF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13">
              <a:extLst>
                <a:ext uri="{FF2B5EF4-FFF2-40B4-BE49-F238E27FC236}">
                  <a16:creationId xmlns:a16="http://schemas.microsoft.com/office/drawing/2014/main" id="{F73D6BE2-A1FF-9FBF-E416-67E2C1F4FA2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14">
              <a:extLst>
                <a:ext uri="{FF2B5EF4-FFF2-40B4-BE49-F238E27FC236}">
                  <a16:creationId xmlns:a16="http://schemas.microsoft.com/office/drawing/2014/main" id="{2971604B-8073-70CD-BA93-8CDD8445DCC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15">
              <a:extLst>
                <a:ext uri="{FF2B5EF4-FFF2-40B4-BE49-F238E27FC236}">
                  <a16:creationId xmlns:a16="http://schemas.microsoft.com/office/drawing/2014/main" id="{8715DF93-9FC0-59C4-6E1F-613F0985837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16">
              <a:extLst>
                <a:ext uri="{FF2B5EF4-FFF2-40B4-BE49-F238E27FC236}">
                  <a16:creationId xmlns:a16="http://schemas.microsoft.com/office/drawing/2014/main" id="{771591B3-DF30-C77B-7FEB-C0657409109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17">
              <a:extLst>
                <a:ext uri="{FF2B5EF4-FFF2-40B4-BE49-F238E27FC236}">
                  <a16:creationId xmlns:a16="http://schemas.microsoft.com/office/drawing/2014/main" id="{073EB010-186D-99C2-1165-CBE9F8CD277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18">
              <a:extLst>
                <a:ext uri="{FF2B5EF4-FFF2-40B4-BE49-F238E27FC236}">
                  <a16:creationId xmlns:a16="http://schemas.microsoft.com/office/drawing/2014/main" id="{4080E9FF-FE81-4B74-DBFE-62A44B80B94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19">
              <a:extLst>
                <a:ext uri="{FF2B5EF4-FFF2-40B4-BE49-F238E27FC236}">
                  <a16:creationId xmlns:a16="http://schemas.microsoft.com/office/drawing/2014/main" id="{7272836A-28AF-0798-6FA3-C68CAA0B9EC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0">
              <a:extLst>
                <a:ext uri="{FF2B5EF4-FFF2-40B4-BE49-F238E27FC236}">
                  <a16:creationId xmlns:a16="http://schemas.microsoft.com/office/drawing/2014/main" id="{527B1126-A067-01CE-6776-FDF84610C8D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1">
              <a:extLst>
                <a:ext uri="{FF2B5EF4-FFF2-40B4-BE49-F238E27FC236}">
                  <a16:creationId xmlns:a16="http://schemas.microsoft.com/office/drawing/2014/main" id="{D0B5665C-DEB6-99FA-65E6-00F2DAAA15D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2">
              <a:extLst>
                <a:ext uri="{FF2B5EF4-FFF2-40B4-BE49-F238E27FC236}">
                  <a16:creationId xmlns:a16="http://schemas.microsoft.com/office/drawing/2014/main" id="{4962BE59-5CC4-53E0-CD88-2AB1EBC599B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3">
              <a:extLst>
                <a:ext uri="{FF2B5EF4-FFF2-40B4-BE49-F238E27FC236}">
                  <a16:creationId xmlns:a16="http://schemas.microsoft.com/office/drawing/2014/main" id="{6AB02721-D836-5563-AD16-34A526BB3FD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3" name="Freeform 24">
              <a:extLst>
                <a:ext uri="{FF2B5EF4-FFF2-40B4-BE49-F238E27FC236}">
                  <a16:creationId xmlns:a16="http://schemas.microsoft.com/office/drawing/2014/main" id="{69763F0B-8AD8-86B3-F61C-DBDD4C7B4E6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4" name="Freeform 25">
              <a:extLst>
                <a:ext uri="{FF2B5EF4-FFF2-40B4-BE49-F238E27FC236}">
                  <a16:creationId xmlns:a16="http://schemas.microsoft.com/office/drawing/2014/main" id="{2DDEA143-C965-40EC-CD35-11A7F781F24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5" name="Freeform 26">
              <a:extLst>
                <a:ext uri="{FF2B5EF4-FFF2-40B4-BE49-F238E27FC236}">
                  <a16:creationId xmlns:a16="http://schemas.microsoft.com/office/drawing/2014/main" id="{C27F47BD-C295-2B5C-0B9A-086A6A302E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6" name="Freeform 27">
              <a:extLst>
                <a:ext uri="{FF2B5EF4-FFF2-40B4-BE49-F238E27FC236}">
                  <a16:creationId xmlns:a16="http://schemas.microsoft.com/office/drawing/2014/main" id="{714DC8B3-954D-73DD-B1DB-645ADBD5620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7" name="Freeform 28">
              <a:extLst>
                <a:ext uri="{FF2B5EF4-FFF2-40B4-BE49-F238E27FC236}">
                  <a16:creationId xmlns:a16="http://schemas.microsoft.com/office/drawing/2014/main" id="{E36A9D6C-0FD4-1365-339D-7757DD1D5EB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8" name="Freeform 29">
              <a:extLst>
                <a:ext uri="{FF2B5EF4-FFF2-40B4-BE49-F238E27FC236}">
                  <a16:creationId xmlns:a16="http://schemas.microsoft.com/office/drawing/2014/main" id="{0CC577B5-4FED-029F-51CC-734715AFCC4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7" name="Textfeld 6">
            <a:extLst>
              <a:ext uri="{FF2B5EF4-FFF2-40B4-BE49-F238E27FC236}">
                <a16:creationId xmlns:a16="http://schemas.microsoft.com/office/drawing/2014/main" id="{D7F6F1B8-152D-564D-87A1-C4BF560DACE2}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326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700" r:id="rId3"/>
    <p:sldLayoutId id="2147483701" r:id="rId4"/>
    <p:sldLayoutId id="2147483698" r:id="rId5"/>
    <p:sldLayoutId id="2147483699" r:id="rId6"/>
    <p:sldLayoutId id="2147483737" r:id="rId7"/>
    <p:sldLayoutId id="2147483738" r:id="rId8"/>
    <p:sldLayoutId id="2147483696" r:id="rId9"/>
    <p:sldLayoutId id="2147483697" r:id="rId10"/>
    <p:sldLayoutId id="2147483694" r:id="rId11"/>
    <p:sldLayoutId id="2147483695" r:id="rId12"/>
    <p:sldLayoutId id="2147483692" r:id="rId13"/>
    <p:sldLayoutId id="2147483693" r:id="rId14"/>
    <p:sldLayoutId id="2147483719" r:id="rId15"/>
    <p:sldLayoutId id="2147483720" r:id="rId16"/>
    <p:sldLayoutId id="2147483721" r:id="rId17"/>
    <p:sldLayoutId id="2147483722" r:id="rId18"/>
    <p:sldLayoutId id="2147483723" r:id="rId19"/>
    <p:sldLayoutId id="2147483724" r:id="rId20"/>
    <p:sldLayoutId id="2147483725" r:id="rId21"/>
    <p:sldLayoutId id="2147483726" r:id="rId22"/>
    <p:sldLayoutId id="2147483705" r:id="rId23"/>
    <p:sldLayoutId id="2147483706" r:id="rId24"/>
    <p:sldLayoutId id="2147483709" r:id="rId25"/>
    <p:sldLayoutId id="2147483710" r:id="rId26"/>
    <p:sldLayoutId id="2147483729" r:id="rId27"/>
    <p:sldLayoutId id="2147483713" r:id="rId28"/>
    <p:sldLayoutId id="2147483714" r:id="rId29"/>
    <p:sldLayoutId id="2147483715" r:id="rId30"/>
    <p:sldLayoutId id="2147483716" r:id="rId31"/>
    <p:sldLayoutId id="2147483707" r:id="rId32"/>
    <p:sldLayoutId id="2147483708" r:id="rId33"/>
    <p:sldLayoutId id="2147483711" r:id="rId34"/>
    <p:sldLayoutId id="2147483712" r:id="rId35"/>
    <p:sldLayoutId id="2147483704" r:id="rId36"/>
    <p:sldLayoutId id="2147483703" r:id="rId37"/>
    <p:sldLayoutId id="2147483702" r:id="rId38"/>
    <p:sldLayoutId id="2147483717" r:id="rId39"/>
    <p:sldLayoutId id="2147483718" r:id="rId40"/>
    <p:sldLayoutId id="2147483730" r:id="rId41"/>
    <p:sldLayoutId id="2147483733" r:id="rId42"/>
    <p:sldLayoutId id="2147483736" r:id="rId43"/>
    <p:sldLayoutId id="2147483727" r:id="rId44"/>
    <p:sldLayoutId id="2147483728" r:id="rId45"/>
    <p:sldLayoutId id="2147483734" r:id="rId46"/>
    <p:sldLayoutId id="2147483743" r:id="rId47"/>
    <p:sldLayoutId id="2147483745" r:id="rId48"/>
    <p:sldLayoutId id="2147483740" r:id="rId49"/>
    <p:sldLayoutId id="2147483746" r:id="rId50"/>
    <p:sldLayoutId id="2147483747" r:id="rId51"/>
    <p:sldLayoutId id="2147483742" r:id="rId52"/>
    <p:sldLayoutId id="2147483741" r:id="rId53"/>
    <p:sldLayoutId id="2147483748" r:id="rId54"/>
    <p:sldLayoutId id="2147483749" r:id="rId55"/>
    <p:sldLayoutId id="2147483744" r:id="rId56"/>
    <p:sldLayoutId id="2147483739" r:id="rId57"/>
    <p:sldLayoutId id="2147483750" r:id="rId58"/>
    <p:sldLayoutId id="2147483751" r:id="rId59"/>
    <p:sldLayoutId id="2147483752" r:id="rId60"/>
    <p:sldLayoutId id="2147483753" r:id="rId61"/>
    <p:sldLayoutId id="2147483754" r:id="rId62"/>
    <p:sldLayoutId id="2147483755" r:id="rId63"/>
    <p:sldLayoutId id="2147483756" r:id="rId64"/>
    <p:sldLayoutId id="2147483757" r:id="rId65"/>
    <p:sldLayoutId id="2147483758" r:id="rId66"/>
    <p:sldLayoutId id="2147483759" r:id="rId67"/>
  </p:sldLayoutIdLs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52000" indent="-252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04000" indent="-252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56000" indent="-252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8000" indent="-252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60000" indent="-252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5">
          <p15:clr>
            <a:srgbClr val="F26B43"/>
          </p15:clr>
        </p15:guide>
        <p15:guide id="2" pos="257">
          <p15:clr>
            <a:srgbClr val="F26B43"/>
          </p15:clr>
        </p15:guide>
        <p15:guide id="3" pos="7423">
          <p15:clr>
            <a:srgbClr val="F26B43"/>
          </p15:clr>
        </p15:guide>
        <p15:guide id="4" orient="horz" pos="754">
          <p15:clr>
            <a:srgbClr val="F26B43"/>
          </p15:clr>
        </p15:guide>
        <p15:guide id="5" orient="horz" pos="935">
          <p15:clr>
            <a:srgbClr val="F26B43"/>
          </p15:clr>
        </p15:guide>
        <p15:guide id="6" orient="horz" pos="4156">
          <p15:clr>
            <a:srgbClr val="F26B43"/>
          </p15:clr>
        </p15:guide>
        <p15:guide id="7" orient="horz" pos="4020">
          <p15:clr>
            <a:srgbClr val="F26B43"/>
          </p15:clr>
        </p15:guide>
        <p15:guide id="14" orient="horz" pos="2387">
          <p15:clr>
            <a:srgbClr val="F26B43"/>
          </p15:clr>
        </p15:guide>
        <p15:guide id="15" orient="horz" pos="2568">
          <p15:clr>
            <a:srgbClr val="F26B43"/>
          </p15:clr>
        </p15:guide>
        <p15:guide id="16" orient="horz" pos="300">
          <p15:clr>
            <a:srgbClr val="F26B43"/>
          </p15:clr>
        </p15:guide>
        <p15:guide id="22" pos="2525">
          <p15:clr>
            <a:srgbClr val="F26B43"/>
          </p15:clr>
        </p15:guide>
        <p15:guide id="26" pos="4974">
          <p15:clr>
            <a:srgbClr val="F26B43"/>
          </p15:clr>
        </p15:guide>
        <p15:guide id="28" pos="2706">
          <p15:clr>
            <a:srgbClr val="F26B43"/>
          </p15:clr>
        </p15:guide>
        <p15:guide id="30" pos="3931">
          <p15:clr>
            <a:srgbClr val="F26B43"/>
          </p15:clr>
        </p15:guide>
        <p15:guide id="32" pos="5154">
          <p15:clr>
            <a:srgbClr val="F26B43"/>
          </p15:clr>
        </p15:guide>
        <p15:guide id="33" pos="374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3.xml"/><Relationship Id="rId4" Type="http://schemas.openxmlformats.org/officeDocument/2006/relationships/image" Target="../media/image14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800" b="1">
                <a:latin typeface="Segoe UI"/>
              </a:rPr>
              <a:t>Scenario-Based Validation for 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6453" y="3822191"/>
            <a:ext cx="107899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FFFFFF"/>
                </a:solidFill>
                <a:latin typeface="Segoe UI"/>
              </a:rPr>
              <a:t>Finding the failures a test fleet rarely sees, using synthetic scenarios and an automated safety judge.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 Semibold"/>
              </a:rPr>
              <a:t>Proof of concept on NVIDIA Cosmos and AWS.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457200"/>
            <a:ext cx="10049256" cy="603504"/>
          </a:xfrm>
        </p:spPr>
        <p:txBody>
          <a:bodyPr wrap="square" lIns="0" tIns="0"/>
          <a:lstStyle/>
          <a:p>
            <a:r>
              <a:rPr sz="2300" b="1">
                <a:solidFill>
                  <a:srgbClr val="20242B"/>
                </a:solidFill>
                <a:latin typeface="Segoe UI"/>
              </a:rPr>
              <a:t>From a few clips to audited safety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004925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220">
                <a:solidFill>
                  <a:srgbClr val="000099"/>
                </a:solidFill>
                <a:latin typeface="Segoe UI Semibold"/>
              </a:rP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33856"/>
            <a:ext cx="566928" cy="45720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1560" y="1133856"/>
            <a:ext cx="128016" cy="45720"/>
          </a:xfrm>
          <a:prstGeom prst="rect">
            <a:avLst/>
          </a:prstGeom>
          <a:solidFill>
            <a:srgbClr val="DDEF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472184"/>
            <a:ext cx="41148" cy="749808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2648" y="1417320"/>
            <a:ext cx="624535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spc="160">
                <a:solidFill>
                  <a:srgbClr val="000099"/>
                </a:solidFill>
                <a:latin typeface="Segoe UI Semibold"/>
              </a:rPr>
              <a:t>SITUATION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42B"/>
                </a:solidFill>
                <a:latin typeface="Segoe UI"/>
              </a:rPr>
              <a:t>OEMs must show ADAS behaves safely in rare conditions, and those conditions are the hardest to capture on the road.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569464"/>
            <a:ext cx="41148" cy="749808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" y="2514600"/>
            <a:ext cx="624535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spc="160">
                <a:solidFill>
                  <a:srgbClr val="000099"/>
                </a:solidFill>
                <a:latin typeface="Segoe UI Semibold"/>
              </a:rPr>
              <a:t>COMPLICATION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42B"/>
                </a:solidFill>
                <a:latin typeface="Segoe UI"/>
              </a:rPr>
              <a:t>Road data campaigns are slow and costly, yet they still miss most of the hazardous edge cases that SOTIF asks you to address.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3666744"/>
            <a:ext cx="41148" cy="749808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" y="3611880"/>
            <a:ext cx="624535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spc="160">
                <a:solidFill>
                  <a:srgbClr val="000099"/>
                </a:solidFill>
                <a:latin typeface="Segoe UI Semibold"/>
              </a:rPr>
              <a:t>APPROACH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42B"/>
                </a:solidFill>
                <a:latin typeface="Segoe UI"/>
              </a:rPr>
              <a:t>We expand a small set of seed clips into many edge cases with NVIDIA Cosmos, then score every clip with a judge that explains its reasoning.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4764024"/>
            <a:ext cx="41148" cy="749808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648" y="4709160"/>
            <a:ext cx="624535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spc="160">
                <a:solidFill>
                  <a:srgbClr val="000099"/>
                </a:solidFill>
                <a:latin typeface="Segoe UI Semibold"/>
              </a:rPr>
              <a:t>RESULT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42B"/>
                </a:solidFill>
                <a:latin typeface="Segoe UI"/>
              </a:rPr>
              <a:t>The first run flagged a missed stalled vehicle at night and a late reaction to an occluded pedestrian, each with a risk score and a written rationale.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60920" y="1417320"/>
            <a:ext cx="4416552" cy="4434840"/>
          </a:xfrm>
          <a:prstGeom prst="rect">
            <a:avLst/>
          </a:prstGeom>
          <a:solidFill>
            <a:srgbClr val="EE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60920" y="1417320"/>
            <a:ext cx="4416552" cy="54864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53528" y="1755648"/>
            <a:ext cx="3831336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050" b="1" spc="200">
                <a:solidFill>
                  <a:srgbClr val="000099"/>
                </a:solidFill>
                <a:latin typeface="Segoe UI Semibold"/>
              </a:rPr>
              <a:t>BOTTOM LINE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20242B"/>
                </a:solidFill>
                <a:latin typeface="Segoe UI"/>
              </a:rPr>
              <a:t>You build a defensible safety case for the conditions a fleet rarely sees, without launching a new data campaign.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470"/>
                </a:solidFill>
                <a:latin typeface="Segoe UI"/>
              </a:rPr>
              <a:t>Evidence is reproducible and standards-aligned for SOTIF (ISO 21448) and ISO 26262.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457200"/>
            <a:ext cx="10049256" cy="603504"/>
          </a:xfrm>
        </p:spPr>
        <p:txBody>
          <a:bodyPr wrap="square" lIns="0" tIns="0"/>
          <a:lstStyle/>
          <a:p>
            <a:r>
              <a:rPr sz="2300" b="1">
                <a:solidFill>
                  <a:srgbClr val="20242B"/>
                </a:solidFill>
                <a:latin typeface="Segoe UI"/>
              </a:rPr>
              <a:t>Safety risk concentrates where road data is thinnest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004925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220">
                <a:solidFill>
                  <a:srgbClr val="000099"/>
                </a:solidFill>
                <a:latin typeface="Segoe UI Semibold"/>
              </a:rPr>
              <a:t>THE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33856"/>
            <a:ext cx="566928" cy="45720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429768" y="1581912"/>
            <a:ext cx="118872" cy="118872"/>
          </a:xfrm>
          <a:prstGeom prst="ellipse">
            <a:avLst/>
          </a:prstGeom>
          <a:solidFill>
            <a:srgbClr val="00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2376" y="1508760"/>
            <a:ext cx="5724144" cy="4755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dirty="0">
                <a:solidFill>
                  <a:srgbClr val="20242B"/>
                </a:solidFill>
                <a:latin typeface="Segoe UI"/>
              </a:rPr>
              <a:t>Disengagements and near misses cluster in uncommon mixes of weather, light, and road-user behavior.</a:t>
            </a:r>
          </a:p>
        </p:txBody>
      </p:sp>
      <p:sp>
        <p:nvSpPr>
          <p:cNvPr id="8" name="Oval 7"/>
          <p:cNvSpPr/>
          <p:nvPr/>
        </p:nvSpPr>
        <p:spPr>
          <a:xfrm>
            <a:off x="429768" y="2606040"/>
            <a:ext cx="118872" cy="118872"/>
          </a:xfrm>
          <a:prstGeom prst="ellipse">
            <a:avLst/>
          </a:prstGeom>
          <a:solidFill>
            <a:srgbClr val="00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376" y="2532888"/>
            <a:ext cx="572414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0242B"/>
                </a:solidFill>
                <a:latin typeface="Segoe UI"/>
              </a:rPr>
              <a:t>A fleet can drive for years before it meets fog at dusk with a pedestrian stepping out from behind a vehicle.</a:t>
            </a:r>
          </a:p>
        </p:txBody>
      </p:sp>
      <p:sp>
        <p:nvSpPr>
          <p:cNvPr id="10" name="Oval 9"/>
          <p:cNvSpPr/>
          <p:nvPr/>
        </p:nvSpPr>
        <p:spPr>
          <a:xfrm>
            <a:off x="429768" y="3630168"/>
            <a:ext cx="118872" cy="118872"/>
          </a:xfrm>
          <a:prstGeom prst="ellipse">
            <a:avLst/>
          </a:prstGeom>
          <a:solidFill>
            <a:srgbClr val="00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2376" y="3557016"/>
            <a:ext cx="572414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0242B"/>
                </a:solidFill>
                <a:latin typeface="Segoe UI"/>
              </a:rPr>
              <a:t>SOTIF (ISO 21448) expects evidence about the unsafe and unknown space, not only the miles already driven.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672583"/>
            <a:ext cx="6035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dirty="0">
                <a:solidFill>
                  <a:srgbClr val="000099"/>
                </a:solidFill>
                <a:latin typeface="Segoe UI Semibold"/>
              </a:rPr>
              <a:t>The gap is not volume. It is the rare combinations that decide safety.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1444752"/>
            <a:ext cx="34015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200">
                <a:solidFill>
                  <a:srgbClr val="5B6470"/>
                </a:solidFill>
                <a:latin typeface="Segoe UI Semibold"/>
              </a:rPr>
              <a:t>SCENARIO SPACE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43800" y="1828800"/>
            <a:ext cx="475488" cy="475488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29016" y="1828800"/>
            <a:ext cx="475488" cy="475488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714232" y="1828800"/>
            <a:ext cx="475488" cy="475488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299448" y="1828800"/>
            <a:ext cx="475488" cy="475488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884664" y="1828800"/>
            <a:ext cx="475488" cy="475488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469880" y="1828800"/>
            <a:ext cx="475488" cy="475488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543800" y="2414016"/>
            <a:ext cx="475488" cy="475488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29016" y="2414016"/>
            <a:ext cx="475488" cy="475488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714232" y="2414016"/>
            <a:ext cx="475488" cy="475488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299448" y="2414016"/>
            <a:ext cx="475488" cy="475488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884664" y="2414016"/>
            <a:ext cx="475488" cy="475488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0469880" y="2414016"/>
            <a:ext cx="475488" cy="475488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543800" y="2999232"/>
            <a:ext cx="475488" cy="475488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129016" y="2999232"/>
            <a:ext cx="475488" cy="475488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714232" y="2999232"/>
            <a:ext cx="475488" cy="475488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299448" y="2999232"/>
            <a:ext cx="475488" cy="475488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884664" y="2999232"/>
            <a:ext cx="475488" cy="475488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469880" y="2999232"/>
            <a:ext cx="475488" cy="475488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543800" y="3584448"/>
            <a:ext cx="475488" cy="475488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129016" y="3584448"/>
            <a:ext cx="475488" cy="475488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714232" y="3584448"/>
            <a:ext cx="475488" cy="475488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299448" y="3584448"/>
            <a:ext cx="475488" cy="475488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884664" y="3584448"/>
            <a:ext cx="475488" cy="475488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0469880" y="3584448"/>
            <a:ext cx="475488" cy="475488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543800" y="4169664"/>
            <a:ext cx="475488" cy="475488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129016" y="4169664"/>
            <a:ext cx="475488" cy="475488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714232" y="4169664"/>
            <a:ext cx="475488" cy="475488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299448" y="4169664"/>
            <a:ext cx="475488" cy="475488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9884664" y="4169664"/>
            <a:ext cx="475488" cy="475488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0469880" y="4169664"/>
            <a:ext cx="475488" cy="475488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543800" y="4956048"/>
            <a:ext cx="201168" cy="201168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836408" y="49377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0242B"/>
                </a:solidFill>
                <a:latin typeface="Segoe UI"/>
              </a:rPr>
              <a:t>Recorded by the fleet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43800" y="5266944"/>
            <a:ext cx="201168" cy="201168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836408" y="5248656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470"/>
                </a:solidFill>
                <a:latin typeface="Segoe UI"/>
              </a:rPr>
              <a:t>Still needs evidence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457200"/>
            <a:ext cx="10049256" cy="603504"/>
          </a:xfrm>
        </p:spPr>
        <p:txBody>
          <a:bodyPr wrap="square" lIns="0" tIns="0"/>
          <a:lstStyle/>
          <a:p>
            <a:r>
              <a:rPr sz="2300" b="1">
                <a:solidFill>
                  <a:srgbClr val="20242B"/>
                </a:solidFill>
                <a:latin typeface="Segoe UI"/>
              </a:rPr>
              <a:t>One pipeline generates scenarios and verdicts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004925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220">
                <a:solidFill>
                  <a:srgbClr val="000099"/>
                </a:solidFill>
                <a:latin typeface="Segoe UI Semibold"/>
              </a:rPr>
              <a:t>THE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33856"/>
            <a:ext cx="566928" cy="45720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463040"/>
            <a:ext cx="249859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463040"/>
            <a:ext cx="2498598" cy="64008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49224" y="1755648"/>
            <a:ext cx="457200" cy="457200"/>
          </a:xfrm>
          <a:prstGeom prst="ellipse">
            <a:avLst/>
          </a:prstGeom>
          <a:solidFill>
            <a:srgbClr val="00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" y="175564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2377440"/>
            <a:ext cx="202311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0242B"/>
                </a:solidFill>
                <a:latin typeface="Segoe UI"/>
              </a:rPr>
              <a:t>Seed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470"/>
                </a:solidFill>
                <a:latin typeface="Segoe UI"/>
              </a:rPr>
              <a:t>Start from a small set of real driving clips.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7278" y="1463040"/>
            <a:ext cx="249859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67278" y="1463040"/>
            <a:ext cx="2498598" cy="64008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605022" y="1755648"/>
            <a:ext cx="457200" cy="457200"/>
          </a:xfrm>
          <a:prstGeom prst="ellipse">
            <a:avLst/>
          </a:prstGeom>
          <a:solidFill>
            <a:srgbClr val="00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05022" y="175564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5022" y="2377440"/>
            <a:ext cx="202311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0242B"/>
                </a:solidFill>
                <a:latin typeface="Segoe UI"/>
              </a:rPr>
              <a:t>Generate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470"/>
                </a:solidFill>
                <a:latin typeface="Segoe UI"/>
              </a:rPr>
              <a:t>Cosmos Transfer and Cosmos Predict create weather, lighting, actor and behaviour variants.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23076" y="1463040"/>
            <a:ext cx="249859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23076" y="1463040"/>
            <a:ext cx="2498598" cy="64008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560820" y="1755648"/>
            <a:ext cx="457200" cy="457200"/>
          </a:xfrm>
          <a:prstGeom prst="ellipse">
            <a:avLst/>
          </a:prstGeom>
          <a:solidFill>
            <a:srgbClr val="00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60820" y="175564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0820" y="2377440"/>
            <a:ext cx="202311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0242B"/>
                </a:solidFill>
                <a:latin typeface="Segoe UI"/>
              </a:rPr>
              <a:t>Validate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470"/>
                </a:solidFill>
                <a:latin typeface="Segoe UI"/>
              </a:rPr>
              <a:t>The perception model runs on each clip; Cosmos Reason scores it and explains every failure.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78874" y="1463040"/>
            <a:ext cx="249859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278874" y="1463040"/>
            <a:ext cx="2498598" cy="64008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516618" y="1755648"/>
            <a:ext cx="457200" cy="457200"/>
          </a:xfrm>
          <a:prstGeom prst="ellipse">
            <a:avLst/>
          </a:prstGeom>
          <a:solidFill>
            <a:srgbClr val="00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516618" y="175564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16618" y="2377440"/>
            <a:ext cx="202311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0242B"/>
                </a:solidFill>
                <a:latin typeface="Segoe UI"/>
              </a:rPr>
              <a:t>Report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470"/>
                </a:solidFill>
                <a:latin typeface="Segoe UI"/>
              </a:rPr>
              <a:t>Coverage view, failure gallery, and a one-page validation record.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55798" y="240030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00099"/>
                </a:solidFill>
                <a:latin typeface="Segoe UI"/>
              </a:rPr>
              <a:t>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11596" y="240030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00099"/>
                </a:solidFill>
                <a:latin typeface="Segoe UI"/>
              </a:rPr>
              <a:t>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7394" y="240030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00099"/>
                </a:solidFill>
                <a:latin typeface="Segoe UI"/>
              </a:rPr>
              <a:t>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4105656"/>
            <a:ext cx="11365992" cy="457200"/>
          </a:xfrm>
          <a:prstGeom prst="rect">
            <a:avLst/>
          </a:prstGeom>
          <a:solidFill>
            <a:srgbClr val="EE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4105656"/>
            <a:ext cx="1090879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dirty="0">
                <a:solidFill>
                  <a:srgbClr val="000099"/>
                </a:solidFill>
                <a:latin typeface="Segoe UI Semibold"/>
              </a:rPr>
              <a:t>Closed loop.  </a:t>
            </a:r>
            <a:r>
              <a:rPr sz="1250" b="0" dirty="0">
                <a:solidFill>
                  <a:srgbClr val="20242B"/>
                </a:solidFill>
                <a:latin typeface="Segoe UI"/>
              </a:rPr>
              <a:t>New failures feed back into the scenario matrix, so coverage grows with each run.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5319266"/>
            <a:ext cx="11365992" cy="1513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200" dirty="0">
                <a:solidFill>
                  <a:srgbClr val="5B6470"/>
                </a:solidFill>
                <a:latin typeface="Segoe UI Semibold"/>
              </a:rPr>
              <a:t>BUILT ON THE NVIDIA PLATFORM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5724144"/>
            <a:ext cx="155082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11480" y="5724144"/>
            <a:ext cx="155082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dirty="0">
                <a:solidFill>
                  <a:srgbClr val="20242B"/>
                </a:solidFill>
                <a:latin typeface="Segoe UI"/>
              </a:rPr>
              <a:t>Cosmos Predict 2.5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126894" y="5724144"/>
            <a:ext cx="1625803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126894" y="5724144"/>
            <a:ext cx="1625803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0242B"/>
                </a:solidFill>
                <a:latin typeface="Segoe UI"/>
              </a:rPr>
              <a:t>Cosmos Transfer 2.5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917289" y="5724144"/>
            <a:ext cx="117591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917289" y="5724144"/>
            <a:ext cx="117591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0242B"/>
                </a:solidFill>
                <a:latin typeface="Segoe UI"/>
              </a:rPr>
              <a:t>Cosmos Reason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257800" y="5724144"/>
            <a:ext cx="170078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257800" y="5724144"/>
            <a:ext cx="170078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0242B"/>
                </a:solidFill>
                <a:latin typeface="Segoe UI"/>
              </a:rPr>
              <a:t>NVIDIA AI Enterprise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123176" y="5724144"/>
            <a:ext cx="1250899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123176" y="5724144"/>
            <a:ext cx="1250899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0242B"/>
                </a:solidFill>
                <a:latin typeface="Segoe UI"/>
              </a:rPr>
              <a:t>NGC containers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538667" y="5724144"/>
            <a:ext cx="170078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538667" y="5724144"/>
            <a:ext cx="170078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0242B"/>
                </a:solidFill>
                <a:latin typeface="Segoe UI"/>
              </a:rPr>
              <a:t>H100 and A100 on AWS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457200"/>
            <a:ext cx="10049256" cy="603504"/>
          </a:xfrm>
        </p:spPr>
        <p:txBody>
          <a:bodyPr wrap="square" lIns="0" tIns="0"/>
          <a:lstStyle/>
          <a:p>
            <a:r>
              <a:rPr sz="2300" b="1">
                <a:solidFill>
                  <a:srgbClr val="20242B"/>
                </a:solidFill>
                <a:latin typeface="Segoe UI"/>
              </a:rPr>
              <a:t>The first run already surfaced two unsafe responses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004925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220">
                <a:solidFill>
                  <a:srgbClr val="000099"/>
                </a:solidFill>
                <a:latin typeface="Segoe UI Semibold"/>
              </a:rPr>
              <a:t>EVIDENCE FROM THE PROOF OF CONCEPT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33856"/>
            <a:ext cx="566928" cy="45720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3544824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20151221120048-D6-AGGRESSIVE-MOTORWAY_fog_dusk_pedestrian_occluded_emergence_000_yol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602866"/>
            <a:ext cx="3215640" cy="1768602"/>
          </a:xfrm>
          <a:prstGeom prst="rect">
            <a:avLst/>
          </a:prstGeom>
          <a:ln w="6350">
            <a:solidFill>
              <a:srgbClr val="DCE1EA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2877312" y="1676018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 Semibold"/>
              </a:rPr>
              <a:t>Risk 3/5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3538728"/>
            <a:ext cx="3215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00099"/>
                </a:solidFill>
                <a:latin typeface="Segoe UI Semibold"/>
              </a:rPr>
              <a:t>Fog at dusk, occluded pedestrian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" y="4105656"/>
            <a:ext cx="3215640" cy="10972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6072" y="4215384"/>
            <a:ext cx="3215640" cy="12161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dirty="0">
                <a:solidFill>
                  <a:srgbClr val="20242B"/>
                </a:solidFill>
                <a:latin typeface="Segoe UI"/>
              </a:rPr>
              <a:t>Detected late at frame 40, present from frame 29. The vehicle braked, but the margin was reduced.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1" dirty="0">
                <a:solidFill>
                  <a:srgbClr val="5B6470"/>
                </a:solidFill>
                <a:latin typeface="Segoe UI"/>
              </a:rPr>
              <a:t>Cosmos Reason: late detection, action safe.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2064" y="1417320"/>
            <a:ext cx="3544824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20151221120048-D6-AGGRESSIVE-MOTORWAY_rain_night_stalled_vehicle_sudden_braking_001_yol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656" y="1602866"/>
            <a:ext cx="3215640" cy="1768602"/>
          </a:xfrm>
          <a:prstGeom prst="rect">
            <a:avLst/>
          </a:prstGeom>
          <a:ln w="6350">
            <a:solidFill>
              <a:srgbClr val="DCE1EA"/>
            </a:solidFill>
          </a:ln>
        </p:spPr>
      </p:pic>
      <p:sp>
        <p:nvSpPr>
          <p:cNvPr id="14" name="Rounded Rectangle 13"/>
          <p:cNvSpPr/>
          <p:nvPr/>
        </p:nvSpPr>
        <p:spPr>
          <a:xfrm>
            <a:off x="6787896" y="1676018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 Semibold"/>
              </a:rPr>
              <a:t>Risk 5/5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6656" y="3538728"/>
            <a:ext cx="3215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00099"/>
                </a:solidFill>
                <a:latin typeface="Segoe UI Semibold"/>
              </a:rPr>
              <a:t>Rain at night, stalled vehicle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6656" y="4105656"/>
            <a:ext cx="3215640" cy="10972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86656" y="4215384"/>
            <a:ext cx="3215640" cy="658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dirty="0">
                <a:solidFill>
                  <a:srgbClr val="20242B"/>
                </a:solidFill>
                <a:latin typeface="Segoe UI"/>
              </a:rPr>
              <a:t>The stopped vehicle was not </a:t>
            </a:r>
            <a:r>
              <a:rPr lang="en-US" sz="1100" b="0" dirty="0">
                <a:solidFill>
                  <a:srgbClr val="20242B"/>
                </a:solidFill>
                <a:latin typeface="Segoe UI"/>
              </a:rPr>
              <a:t>detected,</a:t>
            </a:r>
            <a:r>
              <a:rPr sz="1100" b="0" dirty="0">
                <a:solidFill>
                  <a:srgbClr val="20242B"/>
                </a:solidFill>
                <a:latin typeface="Segoe UI"/>
              </a:rPr>
              <a:t> and the vehicle held its speed into braking traffic.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1" dirty="0">
                <a:solidFill>
                  <a:srgbClr val="5B6470"/>
                </a:solidFill>
                <a:latin typeface="Segoe UI"/>
              </a:rPr>
              <a:t>Cosmos Reason: missed hazard, unsafe action.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32648" y="1417320"/>
            <a:ext cx="3544824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20151221120048-D6-AGGRESSIVE-MOTORWAY_clear_low_sun_glare_cyclist_jaywalk_cut_in_002_yol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7240" y="1602866"/>
            <a:ext cx="3215640" cy="1768602"/>
          </a:xfrm>
          <a:prstGeom prst="rect">
            <a:avLst/>
          </a:prstGeom>
          <a:ln w="6350">
            <a:solidFill>
              <a:srgbClr val="DCE1EA"/>
            </a:solidFill>
          </a:ln>
        </p:spPr>
      </p:pic>
      <p:sp>
        <p:nvSpPr>
          <p:cNvPr id="20" name="Rounded Rectangle 19"/>
          <p:cNvSpPr/>
          <p:nvPr/>
        </p:nvSpPr>
        <p:spPr>
          <a:xfrm>
            <a:off x="10698480" y="1676018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 Semibold"/>
              </a:rPr>
              <a:t>Risk 4/5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7240" y="3538728"/>
            <a:ext cx="3215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00099"/>
                </a:solidFill>
                <a:latin typeface="Segoe UI Semibold"/>
              </a:rPr>
              <a:t>Low sun glare, cyclist cut-in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97240" y="4105656"/>
            <a:ext cx="3215640" cy="10972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97240" y="4215384"/>
            <a:ext cx="3215640" cy="12161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20242B"/>
                </a:solidFill>
                <a:latin typeface="Segoe UI"/>
              </a:rPr>
              <a:t>The cyclist was flagged late under glare. Braking began, but not early enough to clear the path.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5B6470"/>
                </a:solidFill>
                <a:latin typeface="Segoe UI"/>
              </a:rPr>
              <a:t>Cosmos Reason: late detection, unsafe action.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5705855"/>
            <a:ext cx="113659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470"/>
                </a:solidFill>
                <a:latin typeface="Segoe UI"/>
              </a:rPr>
              <a:t>System under test: YOLOv8 perception. Judge: Cosmos Reason. Representative results from an initial run.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457200"/>
            <a:ext cx="10049256" cy="603504"/>
          </a:xfrm>
        </p:spPr>
        <p:txBody>
          <a:bodyPr wrap="square" lIns="0" tIns="0"/>
          <a:lstStyle/>
          <a:p>
            <a:r>
              <a:rPr sz="2300" b="1">
                <a:solidFill>
                  <a:srgbClr val="20242B"/>
                </a:solidFill>
                <a:latin typeface="Segoe UI"/>
              </a:rPr>
              <a:t>MHP turns this into repeatable, audited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203987"/>
            <a:ext cx="10049256" cy="1589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220">
                <a:solidFill>
                  <a:srgbClr val="000099"/>
                </a:solidFill>
                <a:latin typeface="Segoe UI Semibold"/>
              </a:rPr>
              <a:t>WHY MHP AND WHAT COMES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33856"/>
            <a:ext cx="566928" cy="45720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554480"/>
            <a:ext cx="41148" cy="713232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0936" y="1508760"/>
            <a:ext cx="595274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 dirty="0">
                <a:solidFill>
                  <a:srgbClr val="20242B"/>
                </a:solidFill>
                <a:latin typeface="Segoe UI"/>
              </a:rPr>
              <a:t>Coverage by design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dirty="0">
                <a:solidFill>
                  <a:srgbClr val="5B6470"/>
                </a:solidFill>
                <a:latin typeface="Segoe UI"/>
              </a:rPr>
              <a:t>We translate your hazard catalogue into a scenario matrix, so testing targets the conditions that matter to your </a:t>
            </a:r>
            <a:r>
              <a:rPr sz="1250" b="0" dirty="0" err="1">
                <a:solidFill>
                  <a:srgbClr val="5B6470"/>
                </a:solidFill>
                <a:latin typeface="Segoe UI"/>
              </a:rPr>
              <a:t>programme</a:t>
            </a:r>
            <a:r>
              <a:rPr sz="1250" b="0" dirty="0">
                <a:solidFill>
                  <a:srgbClr val="5B6470"/>
                </a:solidFill>
                <a:latin typeface="Segoe UI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633472"/>
            <a:ext cx="41148" cy="713232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0936" y="2587752"/>
            <a:ext cx="595274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20242B"/>
                </a:solidFill>
                <a:latin typeface="Segoe UI"/>
              </a:rPr>
              <a:t>Verdicts you can defend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B6470"/>
                </a:solidFill>
                <a:latin typeface="Segoe UI"/>
              </a:rPr>
              <a:t>Every clip carries a written rationale and a risk score, ready to drop into a SOTIF or ISO 26262 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3712463"/>
            <a:ext cx="41148" cy="713232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" y="3666744"/>
            <a:ext cx="595274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 dirty="0">
                <a:solidFill>
                  <a:srgbClr val="20242B"/>
                </a:solidFill>
                <a:latin typeface="Segoe UI"/>
              </a:rPr>
              <a:t>Engineered for cost control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dirty="0">
                <a:solidFill>
                  <a:srgbClr val="5B6470"/>
                </a:solidFill>
                <a:latin typeface="Segoe UI"/>
              </a:rPr>
              <a:t>Short GPU batches on AWS keep spend predictable while coverage grows with each run.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1508760"/>
            <a:ext cx="4462272" cy="3383280"/>
          </a:xfrm>
          <a:prstGeom prst="rect">
            <a:avLst/>
          </a:prstGeom>
          <a:solidFill>
            <a:srgbClr val="EE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0" y="1508760"/>
            <a:ext cx="4462272" cy="54864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89520" y="1783080"/>
            <a:ext cx="39136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200">
                <a:solidFill>
                  <a:srgbClr val="000099"/>
                </a:solidFill>
                <a:latin typeface="Segoe UI Semibold"/>
              </a:rPr>
              <a:t>NEXT STEPS</a:t>
            </a:r>
          </a:p>
        </p:txBody>
      </p:sp>
      <p:sp>
        <p:nvSpPr>
          <p:cNvPr id="15" name="Oval 14"/>
          <p:cNvSpPr/>
          <p:nvPr/>
        </p:nvSpPr>
        <p:spPr>
          <a:xfrm>
            <a:off x="7589520" y="2286000"/>
            <a:ext cx="310896" cy="310896"/>
          </a:xfrm>
          <a:prstGeom prst="ellipse">
            <a:avLst/>
          </a:prstGeom>
          <a:solidFill>
            <a:srgbClr val="00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89520" y="228600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01584" y="2332127"/>
            <a:ext cx="3474720" cy="1927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20242B"/>
                </a:solidFill>
                <a:latin typeface="Segoe UI"/>
              </a:rPr>
              <a:t>Agree the priority hazards and the seed clips.</a:t>
            </a:r>
          </a:p>
        </p:txBody>
      </p:sp>
      <p:sp>
        <p:nvSpPr>
          <p:cNvPr id="18" name="Oval 17"/>
          <p:cNvSpPr/>
          <p:nvPr/>
        </p:nvSpPr>
        <p:spPr>
          <a:xfrm>
            <a:off x="7589520" y="3108960"/>
            <a:ext cx="310896" cy="310896"/>
          </a:xfrm>
          <a:prstGeom prst="ellipse">
            <a:avLst/>
          </a:prstGeom>
          <a:solidFill>
            <a:srgbClr val="00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89520" y="310896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01584" y="3181392"/>
            <a:ext cx="3474720" cy="1927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20242B"/>
                </a:solidFill>
                <a:latin typeface="Segoe UI"/>
              </a:rPr>
              <a:t>Run a scoped pilot on your perception stack.</a:t>
            </a:r>
          </a:p>
        </p:txBody>
      </p:sp>
      <p:sp>
        <p:nvSpPr>
          <p:cNvPr id="21" name="Oval 20"/>
          <p:cNvSpPr/>
          <p:nvPr/>
        </p:nvSpPr>
        <p:spPr>
          <a:xfrm>
            <a:off x="7589520" y="3931920"/>
            <a:ext cx="310896" cy="310896"/>
          </a:xfrm>
          <a:prstGeom prst="ellipse">
            <a:avLst/>
          </a:prstGeom>
          <a:solidFill>
            <a:srgbClr val="00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89520" y="393192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01584" y="3881170"/>
            <a:ext cx="3474720" cy="4032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20242B"/>
                </a:solidFill>
                <a:latin typeface="Segoe UI"/>
              </a:rPr>
              <a:t>Review the findings and a sample validation record together.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5650992"/>
            <a:ext cx="11365992" cy="603504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" y="5650992"/>
            <a:ext cx="1081735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From a handful of clips to a defensible safety story, without a new data campaign.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MHP">
  <a:themeElements>
    <a:clrScheme name="MHP colors">
      <a:dk1>
        <a:srgbClr val="262626"/>
      </a:dk1>
      <a:lt1>
        <a:srgbClr val="FFFFFF"/>
      </a:lt1>
      <a:dk2>
        <a:srgbClr val="575757"/>
      </a:dk2>
      <a:lt2>
        <a:srgbClr val="B0B0B0"/>
      </a:lt2>
      <a:accent1>
        <a:srgbClr val="000099"/>
      </a:accent1>
      <a:accent2>
        <a:srgbClr val="1612FF"/>
      </a:accent2>
      <a:accent3>
        <a:srgbClr val="CDD6FF"/>
      </a:accent3>
      <a:accent4>
        <a:srgbClr val="DDEF03"/>
      </a:accent4>
      <a:accent5>
        <a:srgbClr val="00CC67"/>
      </a:accent5>
      <a:accent6>
        <a:srgbClr val="575757"/>
      </a:accent6>
      <a:hlink>
        <a:srgbClr val="262626"/>
      </a:hlink>
      <a:folHlink>
        <a:srgbClr val="262626"/>
      </a:folHlink>
    </a:clrScheme>
    <a:fontScheme name="MHP fonts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144000" tIns="144000" rIns="144000" bIns="144000" rtlCol="0" anchor="t"/>
      <a:lstStyle>
        <a:defPPr marL="252000" indent="-252000" algn="l">
          <a:spcAft>
            <a:spcPts val="600"/>
          </a:spcAft>
          <a:buClr>
            <a:schemeClr val="bg1"/>
          </a:buClr>
          <a:buFont typeface="Wingdings" panose="05000000000000000000" pitchFamily="2" charset="2"/>
          <a:buChar char="§"/>
          <a:defRPr sz="1400" dirty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noFill/>
        <a:ln w="12700">
          <a:solidFill>
            <a:schemeClr val="tx2"/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52000" indent="-252000" algn="l">
          <a:spcAft>
            <a:spcPts val="600"/>
          </a:spcAft>
          <a:buClr>
            <a:schemeClr val="accent1"/>
          </a:buClr>
          <a:buFont typeface="Wingdings" panose="05000000000000000000" pitchFamily="2" charset="2"/>
          <a:buChar char="§"/>
          <a:defRPr sz="1400" dirty="0">
            <a:solidFill>
              <a:schemeClr val="tx2"/>
            </a:solidFill>
          </a:defRPr>
        </a:defPPr>
      </a:lstStyle>
    </a:txDef>
  </a:objectDefaults>
  <a:extraClrSchemeLst/>
  <a:custClr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9f2d918-0e3a-466c-9f38-aa4613b31858">
      <Terms xmlns="http://schemas.microsoft.com/office/infopath/2007/PartnerControls"/>
    </lcf76f155ced4ddcb4097134ff3c332f>
    <RefNr xmlns="09f2d918-0e3a-466c-9f38-aa4613b31858">81646</RefNr>
    <Kontakt_x0020_E-Mail xmlns="09f2d918-0e3a-466c-9f38-aa4613b31858">lennart.brouwer@mhp.com</Kontakt_x0020_E-Mail>
    <_x00c4_nderungsdatum xmlns="09f2d918-0e3a-466c-9f38-aa4613b31858" xsi:nil="true"/>
    <Kontaktname xmlns="09f2d918-0e3a-466c-9f38-aa4613b31858">Lennart Brouwer</Kontaktname>
    <TaxCatchAll xmlns="49fdd0f7-b5e6-4db2-af4b-ed23e4d5c043" xsi:nil="true"/>
    <AuftragsID xmlns="09f2d918-0e3a-466c-9f38-aa4613b31858">9f13ceb6-de91-ef11-8a69-7c1e5276c1c0</AuftragsID>
    <Datum xmlns="09f2d918-0e3a-466c-9f38-aa4613b31858" xsi:nil="true"/>
    <FileServerLink xmlns="09f2d918-0e3a-466c-9f38-aa4613b31858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AD236A75FEEE4D89C8DDCC17F2BFE1" ma:contentTypeVersion="18" ma:contentTypeDescription="Ein neues Dokument erstellen." ma:contentTypeScope="" ma:versionID="48aa947759bd3233cc2444d26638261d">
  <xsd:schema xmlns:xsd="http://www.w3.org/2001/XMLSchema" xmlns:xs="http://www.w3.org/2001/XMLSchema" xmlns:p="http://schemas.microsoft.com/office/2006/metadata/properties" xmlns:ns2="09f2d918-0e3a-466c-9f38-aa4613b31858" xmlns:ns3="49fdd0f7-b5e6-4db2-af4b-ed23e4d5c043" targetNamespace="http://schemas.microsoft.com/office/2006/metadata/properties" ma:root="true" ma:fieldsID="3e2c4945535a62c5b3257ee1736a203e" ns2:_="" ns3:_="">
    <xsd:import namespace="09f2d918-0e3a-466c-9f38-aa4613b31858"/>
    <xsd:import namespace="49fdd0f7-b5e6-4db2-af4b-ed23e4d5c043"/>
    <xsd:element name="properties">
      <xsd:complexType>
        <xsd:sequence>
          <xsd:element name="documentManagement">
            <xsd:complexType>
              <xsd:all>
                <xsd:element ref="ns2:Kontaktname" minOccurs="0"/>
                <xsd:element ref="ns2:AuftragsID" minOccurs="0"/>
                <xsd:element ref="ns2:RefNr" minOccurs="0"/>
                <xsd:element ref="ns2:Kontakt_x0020_E-Mail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_x00c4_nderungsdatum" minOccurs="0"/>
                <xsd:element ref="ns2:Datum" minOccurs="0"/>
                <xsd:element ref="ns2:MediaServiceLocation" minOccurs="0"/>
                <xsd:element ref="ns2:FileServer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f2d918-0e3a-466c-9f38-aa4613b31858" elementFormDefault="qualified">
    <xsd:import namespace="http://schemas.microsoft.com/office/2006/documentManagement/types"/>
    <xsd:import namespace="http://schemas.microsoft.com/office/infopath/2007/PartnerControls"/>
    <xsd:element name="Kontaktname" ma:index="8" nillable="true" ma:displayName="Kontaktname" ma:default="" ma:internalName="Kontaktname" ma:readOnly="false">
      <xsd:simpleType>
        <xsd:restriction base="dms:Text">
          <xsd:maxLength value="255"/>
        </xsd:restriction>
      </xsd:simpleType>
    </xsd:element>
    <xsd:element name="AuftragsID" ma:index="9" nillable="true" ma:displayName="AuftragsID" ma:default="" ma:internalName="AuftragsID" ma:readOnly="false">
      <xsd:simpleType>
        <xsd:restriction base="dms:Text">
          <xsd:maxLength value="255"/>
        </xsd:restriction>
      </xsd:simpleType>
    </xsd:element>
    <xsd:element name="RefNr" ma:index="10" nillable="true" ma:displayName="RefNr" ma:format="Dropdown" ma:internalName="RefNr" ma:percentage="FALSE">
      <xsd:simpleType>
        <xsd:restriction base="dms:Number"/>
      </xsd:simpleType>
    </xsd:element>
    <xsd:element name="Kontakt_x0020_E-Mail" ma:index="11" nillable="true" ma:displayName="Kontakt E-Mail" ma:default="" ma:internalName="Kontakt_x0020_E_x002d_Mail">
      <xsd:simpleType>
        <xsd:restriction base="dms:Text">
          <xsd:maxLength value="255"/>
        </xsd:restriction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Bildmarkierungen" ma:readOnly="false" ma:fieldId="{5cf76f15-5ced-4ddc-b409-7134ff3c332f}" ma:taxonomyMulti="true" ma:sspId="528c2ea2-57a0-4bd9-92b2-10031419a8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x00c4_nderungsdatum" ma:index="26" nillable="true" ma:displayName="Änderungsdatum" ma:format="DateTime" ma:internalName="_x00c4_nderungsdatum">
      <xsd:simpleType>
        <xsd:restriction base="dms:DateTime"/>
      </xsd:simpleType>
    </xsd:element>
    <xsd:element name="Datum" ma:index="27" nillable="true" ma:displayName="Datum" ma:format="DateTime" ma:internalName="Datum">
      <xsd:simpleType>
        <xsd:restriction base="dms:DateTime"/>
      </xsd:simpleType>
    </xsd:element>
    <xsd:element name="MediaServiceLocation" ma:index="28" nillable="true" ma:displayName="Location" ma:description="" ma:indexed="true" ma:internalName="MediaServiceLocation" ma:readOnly="true">
      <xsd:simpleType>
        <xsd:restriction base="dms:Text"/>
      </xsd:simpleType>
    </xsd:element>
    <xsd:element name="FileServerLink" ma:index="29" nillable="true" ma:displayName="FileServerLink" ma:format="Dropdown" ma:internalName="FileServerLink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fdd0f7-b5e6-4db2-af4b-ed23e4d5c043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e8d51961-0080-464c-bfa8-a9a50a62e845}" ma:internalName="TaxCatchAll" ma:showField="CatchAllData" ma:web="49fdd0f7-b5e6-4db2-af4b-ed23e4d5c04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4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5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915BD6A-166C-4698-BC7C-77F6986BB76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A9CEE26-62B3-4470-8830-97A56F89C059}">
  <ds:schemaRefs>
    <ds:schemaRef ds:uri="09f2d918-0e3a-466c-9f38-aa4613b31858"/>
    <ds:schemaRef ds:uri="49fdd0f7-b5e6-4db2-af4b-ed23e4d5c04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E2D155F-8E5E-484E-9B54-9B5590DE07C5}">
  <ds:schemaRefs>
    <ds:schemaRef ds:uri="09f2d918-0e3a-466c-9f38-aa4613b31858"/>
    <ds:schemaRef ds:uri="49fdd0f7-b5e6-4db2-af4b-ed23e4d5c04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671</Words>
  <Application>Microsoft Macintosh PowerPoint</Application>
  <PresentationFormat>Widescreen</PresentationFormat>
  <Paragraphs>81</Paragraphs>
  <Slides>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Aptos</vt:lpstr>
      <vt:lpstr>Arial</vt:lpstr>
      <vt:lpstr>Segoe UI</vt:lpstr>
      <vt:lpstr>Segoe UI Semibold</vt:lpstr>
      <vt:lpstr>Symbol</vt:lpstr>
      <vt:lpstr>Wingdings</vt:lpstr>
      <vt:lpstr>MHP</vt:lpstr>
      <vt:lpstr>think-cell Folie</vt:lpstr>
      <vt:lpstr>Scenario-Based Validation for ADAS</vt:lpstr>
      <vt:lpstr>From a few clips to audited safety coverage</vt:lpstr>
      <vt:lpstr>Safety risk concentrates where road data is thinnest</vt:lpstr>
      <vt:lpstr>One pipeline generates scenarios and verdicts</vt:lpstr>
      <vt:lpstr>The first run already surfaced two unsafe responses</vt:lpstr>
      <vt:lpstr>MHP turns this into repeatable, audited validation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Platzhaltertitel</dc:title>
  <dc:creator>Sophia Rybing | i-pointing</dc:creator>
  <cp:lastModifiedBy>Vishesh Breja</cp:lastModifiedBy>
  <cp:revision>4</cp:revision>
  <dcterms:created xsi:type="dcterms:W3CDTF">2024-05-08T11:14:55Z</dcterms:created>
  <dcterms:modified xsi:type="dcterms:W3CDTF">2026-06-28T16:34:22Z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0x010100BCAD236A75FEEE4D89C8DDCC17F2BFE1</vt:lpwstr>
  </property>
  <property fmtid="{D5CDD505-2E9C-101B-9397-08002B2CF9AE}" pid="3" name="MediaServiceImageTags">
    <vt:lpwstr/>
  </property>
</Properties>
</file>